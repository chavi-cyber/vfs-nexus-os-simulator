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23"/>
  </p:notesMasterIdLst>
  <p:handoutMasterIdLst>
    <p:handoutMasterId r:id="rId24"/>
  </p:handoutMasterIdLst>
  <p:sldIdLst>
    <p:sldId id="1497" r:id="rId5"/>
    <p:sldId id="1514" r:id="rId6"/>
    <p:sldId id="1519" r:id="rId7"/>
    <p:sldId id="1520" r:id="rId8"/>
    <p:sldId id="1521" r:id="rId9"/>
    <p:sldId id="1522" r:id="rId10"/>
    <p:sldId id="1523" r:id="rId11"/>
    <p:sldId id="1524" r:id="rId12"/>
    <p:sldId id="1525" r:id="rId13"/>
    <p:sldId id="1526" r:id="rId14"/>
    <p:sldId id="1515" r:id="rId15"/>
    <p:sldId id="1527" r:id="rId16"/>
    <p:sldId id="1516" r:id="rId17"/>
    <p:sldId id="1528" r:id="rId18"/>
    <p:sldId id="1529" r:id="rId19"/>
    <p:sldId id="1530" r:id="rId20"/>
    <p:sldId id="1531" r:id="rId21"/>
    <p:sldId id="151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079" autoAdjust="0"/>
  </p:normalViewPr>
  <p:slideViewPr>
    <p:cSldViewPr snapToGrid="0">
      <p:cViewPr varScale="1">
        <p:scale>
          <a:sx n="86" d="100"/>
          <a:sy n="86" d="100"/>
        </p:scale>
        <p:origin x="533" y="58"/>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9/20/2026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9/20/2026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2090776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DF1CF-0B52-B6BB-90C1-B91F1D86AB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E30AE-21F4-C69E-015A-17EE0970D14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E9A3852-6D82-AE5A-687E-E1B6FA3DBA8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55339D3-E840-4F0A-99F1-D3444E6B4E9C}"/>
              </a:ext>
            </a:extLst>
          </p:cNvPr>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1997312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7283D-A21B-D1EC-771A-5E167B678D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400719-FAE9-21F0-D924-02E1DC0A5F9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DAE5348-312E-F0EB-06A1-D5DC86BD777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9ED426-8BA1-6A68-B7DE-8808F8E3E679}"/>
              </a:ext>
            </a:extLst>
          </p:cNvPr>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26658206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D1915-8CA0-E06A-F03D-D21F13A57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6D3981-9119-69A2-E6ED-A576270339F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7B76CCF-8A50-C557-37A1-36484A1AD22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FBBD6E1-B4D6-FCA3-5CA4-7CEC1BC4661D}"/>
              </a:ext>
            </a:extLst>
          </p:cNvPr>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2758482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AD073-CEEF-BDC8-6679-F2C819854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DC6606-1F36-F86D-CA4E-FE4BE90D38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FC3CD04-67EA-1549-CEBC-475D4D69B3C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3D96954-F7CA-06ED-EA9A-57217E3E23A3}"/>
              </a:ext>
            </a:extLst>
          </p:cNvPr>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2109985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A6BB7-EDD6-CFB2-30FB-0F92E92C9A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DA1EB-79FC-B7DB-A006-F099BCC35B1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66EF411-6F6D-3201-9237-171BBEDE6A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0EC67E4-2369-D484-E782-77062F4AB4DD}"/>
              </a:ext>
            </a:extLst>
          </p:cNvPr>
          <p:cNvSpPr>
            <a:spLocks noGrp="1"/>
          </p:cNvSpPr>
          <p:nvPr>
            <p:ph type="sldNum" sz="quarter" idx="5"/>
          </p:nvPr>
        </p:nvSpPr>
        <p:spPr/>
        <p:txBody>
          <a:bodyPr/>
          <a:lstStyle/>
          <a:p>
            <a:fld id="{BFDD6F49-EBB7-4CCF-97A8-E526BB28BB69}" type="slidenum">
              <a:rPr lang="en-US" smtClean="0"/>
              <a:t>15</a:t>
            </a:fld>
            <a:endParaRPr lang="en-US" dirty="0"/>
          </a:p>
        </p:txBody>
      </p:sp>
    </p:spTree>
    <p:extLst>
      <p:ext uri="{BB962C8B-B14F-4D97-AF65-F5344CB8AC3E}">
        <p14:creationId xmlns:p14="http://schemas.microsoft.com/office/powerpoint/2010/main" val="16502213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DD6F49-EBB7-4CCF-97A8-E526BB28BB69}" type="slidenum">
              <a:rPr lang="en-US" smtClean="0"/>
              <a:t>16</a:t>
            </a:fld>
            <a:endParaRPr lang="en-US" dirty="0"/>
          </a:p>
        </p:txBody>
      </p:sp>
    </p:spTree>
    <p:extLst>
      <p:ext uri="{BB962C8B-B14F-4D97-AF65-F5344CB8AC3E}">
        <p14:creationId xmlns:p14="http://schemas.microsoft.com/office/powerpoint/2010/main" val="2828384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02D68-9E9B-9D99-2570-50158BE27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13A9BC-26BB-2C52-F83F-28C5FD66731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7E1001E-6900-DEF5-AC58-87ECED7956E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8F85CE3-6368-8B8B-0191-ACE6A3D94E97}"/>
              </a:ext>
            </a:extLst>
          </p:cNvPr>
          <p:cNvSpPr>
            <a:spLocks noGrp="1"/>
          </p:cNvSpPr>
          <p:nvPr>
            <p:ph type="sldNum" sz="quarter" idx="5"/>
          </p:nvPr>
        </p:nvSpPr>
        <p:spPr/>
        <p:txBody>
          <a:bodyPr/>
          <a:lstStyle/>
          <a:p>
            <a:fld id="{BFDD6F49-EBB7-4CCF-97A8-E526BB28BB69}" type="slidenum">
              <a:rPr lang="en-US" smtClean="0"/>
              <a:t>17</a:t>
            </a:fld>
            <a:endParaRPr lang="en-US" dirty="0"/>
          </a:p>
        </p:txBody>
      </p:sp>
    </p:spTree>
    <p:extLst>
      <p:ext uri="{BB962C8B-B14F-4D97-AF65-F5344CB8AC3E}">
        <p14:creationId xmlns:p14="http://schemas.microsoft.com/office/powerpoint/2010/main" val="21290708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dirty="0"/>
              <a:t>Click icon to add picture</a:t>
            </a:r>
          </a:p>
        </p:txBody>
      </p:sp>
      <p:sp>
        <p:nvSpPr>
          <p:cNvPr id="4" name="Date Placeholder 2">
            <a:extLst>
              <a:ext uri="{FF2B5EF4-FFF2-40B4-BE49-F238E27FC236}">
                <a16:creationId xmlns:a16="http://schemas.microsoft.com/office/drawing/2014/main" id="{0FC0FA77-D157-35E3-0B4D-11C0F67E63F3}"/>
              </a:ext>
            </a:extLst>
          </p:cNvPr>
          <p:cNvSpPr>
            <a:spLocks noGrp="1"/>
          </p:cNvSpPr>
          <p:nvPr>
            <p:ph type="dt" sz="half" idx="10"/>
          </p:nvPr>
        </p:nvSpPr>
        <p:spPr>
          <a:xfrm>
            <a:off x="347132" y="6529916"/>
            <a:ext cx="3284341" cy="328084"/>
          </a:xfrm>
        </p:spPr>
        <p:txBody>
          <a:bodyPr/>
          <a:lstStyle/>
          <a:p>
            <a:fld id="{175A1B29-DFBD-4673-8328-3ED6619AAB50}" type="datetime1">
              <a:rPr lang="en-US" smtClean="0"/>
              <a:t>9/20/2026</a:t>
            </a:fld>
            <a:endParaRPr lang="en-US" dirty="0"/>
          </a:p>
        </p:txBody>
      </p:sp>
      <p:sp>
        <p:nvSpPr>
          <p:cNvPr id="5" name="Footer Placeholder 3">
            <a:extLst>
              <a:ext uri="{FF2B5EF4-FFF2-40B4-BE49-F238E27FC236}">
                <a16:creationId xmlns:a16="http://schemas.microsoft.com/office/drawing/2014/main" id="{9D55EDDF-CA01-E393-D8E9-0618A68B21A8}"/>
              </a:ext>
            </a:extLst>
          </p:cNvPr>
          <p:cNvSpPr>
            <a:spLocks noGrp="1"/>
          </p:cNvSpPr>
          <p:nvPr>
            <p:ph type="ftr" sz="quarter" idx="11"/>
          </p:nvPr>
        </p:nvSpPr>
        <p:spPr>
          <a:xfrm>
            <a:off x="8660019" y="6529916"/>
            <a:ext cx="2805405" cy="328084"/>
          </a:xfrm>
        </p:spPr>
        <p:txBody>
          <a:bodyPr/>
          <a:lstStyle/>
          <a:p>
            <a:r>
              <a:rPr lang="en-US" dirty="0"/>
              <a:t>Sample Footer Text</a:t>
            </a:r>
          </a:p>
        </p:txBody>
      </p:sp>
      <p:sp>
        <p:nvSpPr>
          <p:cNvPr id="6" name="Slide Number Placeholder 4">
            <a:extLst>
              <a:ext uri="{FF2B5EF4-FFF2-40B4-BE49-F238E27FC236}">
                <a16:creationId xmlns:a16="http://schemas.microsoft.com/office/drawing/2014/main" id="{AFD1BB6C-22F1-3135-9434-A294C25CC3D5}"/>
              </a:ext>
            </a:extLst>
          </p:cNvPr>
          <p:cNvSpPr>
            <a:spLocks noGrp="1"/>
          </p:cNvSpPr>
          <p:nvPr>
            <p:ph type="sldNum" sz="quarter" idx="12"/>
          </p:nvPr>
        </p:nvSpPr>
        <p:spPr>
          <a:xfrm>
            <a:off x="11415660" y="6529916"/>
            <a:ext cx="429207" cy="328084"/>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393522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64B1540E-CB71-48F2-BE70-F5CE056CFE1B}" type="datetime1">
              <a:rPr lang="en-US" smtClean="0"/>
              <a:t>9/20/2026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B05D4B22-4D6B-3463-9517-CEFA7D2A6E7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177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03850" y="907302"/>
            <a:ext cx="4222117" cy="3697488"/>
          </a:xfrm>
        </p:spPr>
        <p:txBody>
          <a:bodyPr anchor="b">
            <a:normAutofit/>
          </a:bodyPr>
          <a:lstStyle>
            <a:lvl1pPr algn="l">
              <a:defRPr sz="5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03850" y="4731335"/>
            <a:ext cx="4222117" cy="1219362"/>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3E190545-F7D8-0D1C-1BCC-C670CFFE0C60}"/>
              </a:ext>
            </a:extLst>
          </p:cNvPr>
          <p:cNvSpPr>
            <a:spLocks noGrp="1"/>
          </p:cNvSpPr>
          <p:nvPr>
            <p:ph type="pic" sz="quarter" idx="14"/>
          </p:nvPr>
        </p:nvSpPr>
        <p:spPr>
          <a:xfrm>
            <a:off x="358140" y="333756"/>
            <a:ext cx="6226810" cy="6190488"/>
          </a:xfrm>
          <a:custGeom>
            <a:avLst/>
            <a:gdLst>
              <a:gd name="connsiteX0" fmla="*/ 186643 w 6226810"/>
              <a:gd name="connsiteY0" fmla="*/ 0 h 6190488"/>
              <a:gd name="connsiteX1" fmla="*/ 6226810 w 6226810"/>
              <a:gd name="connsiteY1" fmla="*/ 0 h 6190488"/>
              <a:gd name="connsiteX2" fmla="*/ 6226810 w 6226810"/>
              <a:gd name="connsiteY2" fmla="*/ 6190488 h 6190488"/>
              <a:gd name="connsiteX3" fmla="*/ 186643 w 6226810"/>
              <a:gd name="connsiteY3" fmla="*/ 6190488 h 6190488"/>
              <a:gd name="connsiteX4" fmla="*/ 0 w 6226810"/>
              <a:gd name="connsiteY4" fmla="*/ 6003845 h 6190488"/>
              <a:gd name="connsiteX5" fmla="*/ 0 w 6226810"/>
              <a:gd name="connsiteY5" fmla="*/ 186643 h 6190488"/>
              <a:gd name="connsiteX6" fmla="*/ 186643 w 622681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6810" h="6190488">
                <a:moveTo>
                  <a:pt x="186643" y="0"/>
                </a:moveTo>
                <a:lnTo>
                  <a:pt x="6226810" y="0"/>
                </a:lnTo>
                <a:lnTo>
                  <a:pt x="6226810"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529916"/>
            <a:ext cx="1707625" cy="328084"/>
          </a:xfrm>
          <a:prstGeom prst="rect">
            <a:avLst/>
          </a:prstGeom>
        </p:spPr>
        <p:txBody>
          <a:bodyPr/>
          <a:lstStyle>
            <a:lvl1pPr>
              <a:defRPr>
                <a:solidFill>
                  <a:schemeClr val="tx1"/>
                </a:solidFill>
                <a:effectLst/>
              </a:defRPr>
            </a:lvl1pPr>
          </a:lstStyle>
          <a:p>
            <a:fld id="{254E9985-91B3-42C8-B8D8-B565E04A5E57}" type="datetime1">
              <a:rPr lang="en-US" smtClean="0"/>
              <a:t>9/20/2026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7" name="Rectangle: Rounded Corners 6">
            <a:extLst>
              <a:ext uri="{FF2B5EF4-FFF2-40B4-BE49-F238E27FC236}">
                <a16:creationId xmlns:a16="http://schemas.microsoft.com/office/drawing/2014/main" id="{E5DF5215-34B8-BE6B-A816-58B2F37B1D5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697168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59537" y="905256"/>
            <a:ext cx="4206240" cy="3739896"/>
          </a:xfrm>
        </p:spPr>
        <p:txBody>
          <a:bodyPr anchor="t">
            <a:normAutofit/>
          </a:bodyPr>
          <a:lstStyle>
            <a:lvl1pPr algn="l">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59536"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Picture Placeholder 5">
            <a:extLst>
              <a:ext uri="{FF2B5EF4-FFF2-40B4-BE49-F238E27FC236}">
                <a16:creationId xmlns:a16="http://schemas.microsoft.com/office/drawing/2014/main" id="{C77B7186-FB14-CA62-FE96-5476125CC1B8}"/>
              </a:ext>
            </a:extLst>
          </p:cNvPr>
          <p:cNvSpPr>
            <a:spLocks noGrp="1"/>
          </p:cNvSpPr>
          <p:nvPr>
            <p:ph type="pic" sz="quarter" idx="13"/>
          </p:nvPr>
        </p:nvSpPr>
        <p:spPr>
          <a:xfrm>
            <a:off x="5596128" y="333756"/>
            <a:ext cx="6237732" cy="6190488"/>
          </a:xfrm>
          <a:custGeom>
            <a:avLst/>
            <a:gdLst>
              <a:gd name="connsiteX0" fmla="*/ 0 w 6237732"/>
              <a:gd name="connsiteY0" fmla="*/ 0 h 6190488"/>
              <a:gd name="connsiteX1" fmla="*/ 6051089 w 6237732"/>
              <a:gd name="connsiteY1" fmla="*/ 0 h 6190488"/>
              <a:gd name="connsiteX2" fmla="*/ 6237732 w 6237732"/>
              <a:gd name="connsiteY2" fmla="*/ 186643 h 6190488"/>
              <a:gd name="connsiteX3" fmla="*/ 6237732 w 6237732"/>
              <a:gd name="connsiteY3" fmla="*/ 6003845 h 6190488"/>
              <a:gd name="connsiteX4" fmla="*/ 6051089 w 6237732"/>
              <a:gd name="connsiteY4" fmla="*/ 6190488 h 6190488"/>
              <a:gd name="connsiteX5" fmla="*/ 0 w 6237732"/>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37732" h="6190488">
                <a:moveTo>
                  <a:pt x="0" y="0"/>
                </a:moveTo>
                <a:lnTo>
                  <a:pt x="6051089" y="0"/>
                </a:lnTo>
                <a:cubicBezTo>
                  <a:pt x="6154169" y="0"/>
                  <a:pt x="6237732" y="83563"/>
                  <a:pt x="6237732" y="186643"/>
                </a:cubicBezTo>
                <a:lnTo>
                  <a:pt x="6237732" y="6003845"/>
                </a:lnTo>
                <a:cubicBezTo>
                  <a:pt x="6237732" y="6106925"/>
                  <a:pt x="6154169" y="6190488"/>
                  <a:pt x="6051089" y="6190488"/>
                </a:cubicBezTo>
                <a:lnTo>
                  <a:pt x="0" y="6190488"/>
                </a:ln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47133" y="6529916"/>
            <a:ext cx="1951777" cy="328084"/>
          </a:xfrm>
          <a:prstGeom prst="rect">
            <a:avLst/>
          </a:prstGeom>
        </p:spPr>
        <p:txBody>
          <a:bodyPr/>
          <a:lstStyle/>
          <a:p>
            <a:fld id="{B4AA5E08-0B46-4D4C-9A1D-1895CC169C50}" type="datetime1">
              <a:rPr lang="en-US" smtClean="0"/>
              <a:t>9/20/2026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880928"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636569"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27AE6C76-D3EE-C74F-F49E-97F6141F5D1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860663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703F4AEB-E597-882F-3A69-A923B8DED423}"/>
              </a:ext>
            </a:extLst>
          </p:cNvPr>
          <p:cNvPicPr>
            <a:picLocks noChangeAspect="1"/>
          </p:cNvPicPr>
          <p:nvPr/>
        </p:nvPicPr>
        <p:blipFill>
          <a:blip r:embed="rId2">
            <a:extLst>
              <a:ext uri="{28A0092B-C50C-407E-A947-70E740481C1C}">
                <a14:useLocalDpi xmlns:a14="http://schemas.microsoft.com/office/drawing/2010/main" val="0"/>
              </a:ext>
            </a:extLst>
          </a:blip>
          <a:srcRect t="11857"/>
          <a:stretch/>
        </p:blipFill>
        <p:spPr>
          <a:xfrm>
            <a:off x="398705" y="0"/>
            <a:ext cx="5697291" cy="502177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b">
            <a:normAutofit/>
          </a:bodyPr>
          <a:lstStyle>
            <a:lvl1pPr algn="l">
              <a:defRPr sz="7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79017" y="4349578"/>
            <a:ext cx="6821182" cy="138472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804512D9-A095-4355-9551-356CB2C0D09E}" type="datetime1">
              <a:rPr lang="en-US" smtClean="0"/>
              <a:t>9/20/2026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CC5621C6-56CB-3166-B017-50A927415F64}"/>
              </a:ext>
            </a:extLst>
          </p:cNvPr>
          <p:cNvCxnSpPr>
            <a:cxnSpLocks/>
          </p:cNvCxnSpPr>
          <p:nvPr/>
        </p:nvCxnSpPr>
        <p:spPr>
          <a:xfrm>
            <a:off x="637839" y="4236969"/>
            <a:ext cx="0" cy="1384725"/>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39727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02AE2374-EA36-E826-C9F3-73CD3978F48E}"/>
              </a:ext>
            </a:extLst>
          </p:cNvPr>
          <p:cNvPicPr>
            <a:picLocks noChangeAspect="1"/>
          </p:cNvPicPr>
          <p:nvPr/>
        </p:nvPicPr>
        <p:blipFill>
          <a:blip r:embed="rId2">
            <a:extLst>
              <a:ext uri="{28A0092B-C50C-407E-A947-70E740481C1C}">
                <a14:useLocalDpi xmlns:a14="http://schemas.microsoft.com/office/drawing/2010/main" val="0"/>
              </a:ext>
            </a:extLst>
          </a:blip>
          <a:srcRect r="6568" b="47295"/>
          <a:stretch/>
        </p:blipFill>
        <p:spPr>
          <a:xfrm>
            <a:off x="3701142" y="2068286"/>
            <a:ext cx="8490855" cy="478971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0323" y="4617138"/>
            <a:ext cx="6853511" cy="10149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AED07DE6-50D5-4B21-9405-DD62C0D4DC65}" type="datetime1">
              <a:rPr lang="en-US" smtClean="0"/>
              <a:t>9/20/2026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6E2B0C21-F380-74EA-96A8-0858FD0075A4}"/>
              </a:ext>
            </a:extLst>
          </p:cNvPr>
          <p:cNvCxnSpPr>
            <a:cxnSpLocks/>
          </p:cNvCxnSpPr>
          <p:nvPr/>
        </p:nvCxnSpPr>
        <p:spPr>
          <a:xfrm>
            <a:off x="755780" y="4492300"/>
            <a:ext cx="0" cy="1129394"/>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621242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17639-19C5-F877-6AAE-FF488C79363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72615" y="905615"/>
            <a:ext cx="5046770" cy="504677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888" y="1427162"/>
            <a:ext cx="9484224" cy="2621154"/>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14850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C8E66873-82AB-4D6B-96C7-8222581A9F4D}" type="datetime1">
              <a:rPr lang="en-US" smtClean="0"/>
              <a:t>9/20/2026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75364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4">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7D4B28D-BD47-8092-F202-DCD18D1BAE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4425" y="1198517"/>
            <a:ext cx="4438650" cy="4438650"/>
          </a:xfrm>
          <a:prstGeom prst="rect">
            <a:avLst/>
          </a:prstGeom>
        </p:spPr>
      </p:pic>
      <p:sp>
        <p:nvSpPr>
          <p:cNvPr id="2" name="Title 1">
            <a:extLst>
              <a:ext uri="{FF2B5EF4-FFF2-40B4-BE49-F238E27FC236}">
                <a16:creationId xmlns:a16="http://schemas.microsoft.com/office/drawing/2014/main" id="{6DD4D61D-AA1D-D414-2D63-F3B4B0760D17}"/>
              </a:ext>
            </a:extLst>
          </p:cNvPr>
          <p:cNvSpPr>
            <a:spLocks noGrp="1"/>
          </p:cNvSpPr>
          <p:nvPr>
            <p:ph type="title"/>
          </p:nvPr>
        </p:nvSpPr>
        <p:spPr>
          <a:xfrm>
            <a:off x="1930708" y="2801929"/>
            <a:ext cx="8686801" cy="2565902"/>
          </a:xfrm>
        </p:spPr>
        <p:txBody>
          <a:bodyPr anchor="b">
            <a:normAutofit/>
          </a:bodyPr>
          <a:lstStyle>
            <a:lvl1pPr>
              <a:lnSpc>
                <a:spcPct val="80000"/>
              </a:lnSpc>
              <a:defRPr sz="6600">
                <a:latin typeface="+mj-lt"/>
              </a:defRPr>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1B0EE02-7A0B-46A0-5F6E-CFBC94BDF56D}"/>
              </a:ext>
            </a:extLst>
          </p:cNvPr>
          <p:cNvSpPr>
            <a:spLocks noGrp="1"/>
          </p:cNvSpPr>
          <p:nvPr>
            <p:ph type="body" sz="quarter" idx="13"/>
          </p:nvPr>
        </p:nvSpPr>
        <p:spPr>
          <a:xfrm>
            <a:off x="1346090" y="1726269"/>
            <a:ext cx="3024899" cy="547908"/>
          </a:xfrm>
        </p:spPr>
        <p:txBody>
          <a:bodyPr>
            <a:no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667AE0A-CAE3-D199-2942-E05831D340A1}"/>
              </a:ext>
            </a:extLst>
          </p:cNvPr>
          <p:cNvSpPr>
            <a:spLocks noGrp="1"/>
          </p:cNvSpPr>
          <p:nvPr>
            <p:ph type="dt" sz="half" idx="10"/>
          </p:nvPr>
        </p:nvSpPr>
        <p:spPr>
          <a:xfrm>
            <a:off x="347132" y="6529916"/>
            <a:ext cx="3284341" cy="328084"/>
          </a:xfrm>
          <a:prstGeom prst="rect">
            <a:avLst/>
          </a:prstGeom>
        </p:spPr>
        <p:txBody>
          <a:bodyPr/>
          <a:lstStyle/>
          <a:p>
            <a:fld id="{BE4564F8-E916-4EFF-887D-D1E1BBF6454B}" type="datetime1">
              <a:rPr lang="en-US" smtClean="0"/>
              <a:t>9/20/2026</a:t>
            </a:fld>
            <a:endParaRPr lang="en-US" dirty="0"/>
          </a:p>
        </p:txBody>
      </p:sp>
      <p:sp>
        <p:nvSpPr>
          <p:cNvPr id="4" name="Footer Placeholder 3">
            <a:extLst>
              <a:ext uri="{FF2B5EF4-FFF2-40B4-BE49-F238E27FC236}">
                <a16:creationId xmlns:a16="http://schemas.microsoft.com/office/drawing/2014/main" id="{BFDFBF0A-E355-74AD-4A6E-8FD2BD7A6CA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D971D965-1C87-6430-A8A7-B6EB43D86FC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57236231-7728-F430-19B7-A4956EAFC196}"/>
              </a:ext>
            </a:extLst>
          </p:cNvPr>
          <p:cNvCxnSpPr/>
          <p:nvPr/>
        </p:nvCxnSpPr>
        <p:spPr>
          <a:xfrm>
            <a:off x="1450428" y="2522483"/>
            <a:ext cx="0" cy="26249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876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pic>
        <p:nvPicPr>
          <p:cNvPr id="3" name="Picture 2" descr="A purple circle with black background&#10;&#10;AI-generated content may be incorrect.">
            <a:extLst>
              <a:ext uri="{FF2B5EF4-FFF2-40B4-BE49-F238E27FC236}">
                <a16:creationId xmlns:a16="http://schemas.microsoft.com/office/drawing/2014/main" id="{9ECA965F-086A-7B72-BC9F-EA4CF32BCAAD}"/>
              </a:ext>
            </a:extLst>
          </p:cNvPr>
          <p:cNvPicPr>
            <a:picLocks noChangeAspect="1"/>
          </p:cNvPicPr>
          <p:nvPr/>
        </p:nvPicPr>
        <p:blipFill>
          <a:blip r:embed="rId2">
            <a:extLst>
              <a:ext uri="{28A0092B-C50C-407E-A947-70E740481C1C}">
                <a14:useLocalDpi xmlns:a14="http://schemas.microsoft.com/office/drawing/2010/main" val="0"/>
              </a:ext>
            </a:extLst>
          </a:blip>
          <a:srcRect b="11502"/>
          <a:stretch/>
        </p:blipFill>
        <p:spPr>
          <a:xfrm>
            <a:off x="421566" y="1836225"/>
            <a:ext cx="5674434" cy="502177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50428" y="990601"/>
            <a:ext cx="9145991" cy="3630384"/>
          </a:xfrm>
        </p:spPr>
        <p:txBody>
          <a:bodyPr anchor="b">
            <a:noAutofit/>
          </a:bodyPr>
          <a:lstStyle>
            <a:lvl1pPr algn="l">
              <a:defRPr sz="6500">
                <a:solidFill>
                  <a:schemeClr val="bg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lvl1pPr>
              <a:defRPr>
                <a:solidFill>
                  <a:schemeClr val="bg1"/>
                </a:solidFill>
              </a:defRPr>
            </a:lvl1pPr>
          </a:lstStyle>
          <a:p>
            <a:fld id="{BD69ADDC-FB37-4BD0-807F-2EC90205924B}" type="datetime1">
              <a:rPr lang="en-US" smtClean="0"/>
              <a:pPr/>
              <a:t>9/20/2026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38698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pic>
        <p:nvPicPr>
          <p:cNvPr id="2" name="Picture 1" descr="A purple circle with black background&#10;&#10;AI-generated content may be incorrect.">
            <a:extLst>
              <a:ext uri="{FF2B5EF4-FFF2-40B4-BE49-F238E27FC236}">
                <a16:creationId xmlns:a16="http://schemas.microsoft.com/office/drawing/2014/main" id="{0B3EB36B-144D-A648-1BD5-DBEDDC79D093}"/>
              </a:ext>
            </a:extLst>
          </p:cNvPr>
          <p:cNvPicPr>
            <a:picLocks noChangeAspect="1"/>
          </p:cNvPicPr>
          <p:nvPr/>
        </p:nvPicPr>
        <p:blipFill>
          <a:blip r:embed="rId2">
            <a:extLst>
              <a:ext uri="{28A0092B-C50C-407E-A947-70E740481C1C}">
                <a14:useLocalDpi xmlns:a14="http://schemas.microsoft.com/office/drawing/2010/main" val="0"/>
              </a:ext>
            </a:extLst>
          </a:blip>
          <a:srcRect l="12178" b="16685"/>
          <a:stretch/>
        </p:blipFill>
        <p:spPr>
          <a:xfrm>
            <a:off x="0" y="2754087"/>
            <a:ext cx="4325917" cy="4103914"/>
          </a:xfrm>
          <a:prstGeom prst="rect">
            <a:avLst/>
          </a:prstGeom>
        </p:spPr>
      </p:pic>
      <p:sp>
        <p:nvSpPr>
          <p:cNvPr id="11" name="Title 1">
            <a:extLst>
              <a:ext uri="{FF2B5EF4-FFF2-40B4-BE49-F238E27FC236}">
                <a16:creationId xmlns:a16="http://schemas.microsoft.com/office/drawing/2014/main" id="{D2BD543F-D939-A8C7-FAFA-B555B276DBD7}"/>
              </a:ext>
            </a:extLst>
          </p:cNvPr>
          <p:cNvSpPr>
            <a:spLocks noGrp="1"/>
          </p:cNvSpPr>
          <p:nvPr>
            <p:ph type="ctrTitle"/>
          </p:nvPr>
        </p:nvSpPr>
        <p:spPr>
          <a:xfrm>
            <a:off x="1450428" y="990601"/>
            <a:ext cx="9145991" cy="3630384"/>
          </a:xfrm>
        </p:spPr>
        <p:txBody>
          <a:bodyPr anchor="b">
            <a:noAutofit/>
          </a:bodyPr>
          <a:lstStyle>
            <a:lvl1pPr algn="l">
              <a:defRPr sz="6500">
                <a:solidFill>
                  <a:schemeClr val="tx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D6DBE5D1-8623-4EBC-BE64-F118A957A6D2}" type="datetime1">
              <a:rPr lang="en-US" smtClean="0"/>
              <a:t>9/20/2026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471263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purple circle with black background&#10;&#10;AI-generated content may be incorrect.">
            <a:extLst>
              <a:ext uri="{FF2B5EF4-FFF2-40B4-BE49-F238E27FC236}">
                <a16:creationId xmlns:a16="http://schemas.microsoft.com/office/drawing/2014/main" id="{B90D1FE6-C620-8AEA-8E16-817F8F3005D7}"/>
              </a:ext>
            </a:extLst>
          </p:cNvPr>
          <p:cNvPicPr>
            <a:picLocks noChangeAspect="1"/>
          </p:cNvPicPr>
          <p:nvPr/>
        </p:nvPicPr>
        <p:blipFill>
          <a:blip r:embed="rId2">
            <a:extLst>
              <a:ext uri="{28A0092B-C50C-407E-A947-70E740481C1C}">
                <a14:useLocalDpi xmlns:a14="http://schemas.microsoft.com/office/drawing/2010/main" val="0"/>
              </a:ext>
            </a:extLst>
          </a:blip>
          <a:srcRect r="14905" b="19272"/>
          <a:stretch/>
        </p:blipFill>
        <p:spPr>
          <a:xfrm>
            <a:off x="7866083" y="2754085"/>
            <a:ext cx="4325917" cy="4103915"/>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347132" y="6529916"/>
            <a:ext cx="3284341" cy="328084"/>
          </a:xfrm>
          <a:prstGeom prst="rect">
            <a:avLst/>
          </a:prstGeom>
        </p:spPr>
        <p:txBody>
          <a:bodyPr/>
          <a:lstStyle/>
          <a:p>
            <a:fld id="{B75827B4-FD33-43BF-9F9D-5FEB6B504CD5}" type="datetime1">
              <a:rPr lang="en-US" smtClean="0"/>
              <a:t>9/20/2026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8192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14901" y="907302"/>
            <a:ext cx="4700219" cy="1808466"/>
          </a:xfrm>
        </p:spPr>
        <p:txBody>
          <a:bodyPr anchor="b">
            <a:normAutofit/>
          </a:bodyPr>
          <a:lstStyle>
            <a:lvl1pPr>
              <a:defRPr sz="40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76C507B-B242-4119-B1FF-3014636CAB61}"/>
              </a:ext>
            </a:extLst>
          </p:cNvPr>
          <p:cNvSpPr>
            <a:spLocks noGrp="1"/>
          </p:cNvSpPr>
          <p:nvPr>
            <p:ph type="pic" sz="quarter" idx="14"/>
          </p:nvPr>
        </p:nvSpPr>
        <p:spPr>
          <a:xfrm>
            <a:off x="358140" y="333756"/>
            <a:ext cx="5740908" cy="6190488"/>
          </a:xfrm>
          <a:custGeom>
            <a:avLst/>
            <a:gdLst>
              <a:gd name="connsiteX0" fmla="*/ 186643 w 5740908"/>
              <a:gd name="connsiteY0" fmla="*/ 0 h 6190488"/>
              <a:gd name="connsiteX1" fmla="*/ 5740908 w 5740908"/>
              <a:gd name="connsiteY1" fmla="*/ 0 h 6190488"/>
              <a:gd name="connsiteX2" fmla="*/ 5740908 w 5740908"/>
              <a:gd name="connsiteY2" fmla="*/ 6190488 h 6190488"/>
              <a:gd name="connsiteX3" fmla="*/ 186643 w 5740908"/>
              <a:gd name="connsiteY3" fmla="*/ 6190488 h 6190488"/>
              <a:gd name="connsiteX4" fmla="*/ 0 w 5740908"/>
              <a:gd name="connsiteY4" fmla="*/ 6003845 h 6190488"/>
              <a:gd name="connsiteX5" fmla="*/ 0 w 5740908"/>
              <a:gd name="connsiteY5" fmla="*/ 186643 h 6190488"/>
              <a:gd name="connsiteX6" fmla="*/ 186643 w 5740908"/>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0908" h="6190488">
                <a:moveTo>
                  <a:pt x="186643" y="0"/>
                </a:moveTo>
                <a:lnTo>
                  <a:pt x="5740908" y="0"/>
                </a:lnTo>
                <a:lnTo>
                  <a:pt x="5740908"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14901" y="2825496"/>
            <a:ext cx="4700219" cy="31252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a:extLst>
              <a:ext uri="{FF2B5EF4-FFF2-40B4-BE49-F238E27FC236}">
                <a16:creationId xmlns:a16="http://schemas.microsoft.com/office/drawing/2014/main" id="{168DD83C-D23D-6D82-F95D-3B845F07850D}"/>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9/20/2026</a:t>
            </a:fld>
            <a:endParaRPr lang="en-US" dirty="0"/>
          </a:p>
        </p:txBody>
      </p:sp>
      <p:sp>
        <p:nvSpPr>
          <p:cNvPr id="9" name="Footer Placeholder 5">
            <a:extLst>
              <a:ext uri="{FF2B5EF4-FFF2-40B4-BE49-F238E27FC236}">
                <a16:creationId xmlns:a16="http://schemas.microsoft.com/office/drawing/2014/main" id="{AE25BD38-48AE-AB7F-6C54-5CB0286457FC}"/>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10" name="Slide Number Placeholder 6">
            <a:extLst>
              <a:ext uri="{FF2B5EF4-FFF2-40B4-BE49-F238E27FC236}">
                <a16:creationId xmlns:a16="http://schemas.microsoft.com/office/drawing/2014/main" id="{E6A02DBF-D88B-3129-23EF-1ECA540096B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1" name="Rectangle: Rounded Corners 10">
            <a:extLst>
              <a:ext uri="{FF2B5EF4-FFF2-40B4-BE49-F238E27FC236}">
                <a16:creationId xmlns:a16="http://schemas.microsoft.com/office/drawing/2014/main" id="{F4855E23-77DB-A52C-BC0E-EF3C3F4A95C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5724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3B13B15A-B652-48F5-A365-F1C590938A4C}" type="datetime1">
              <a:rPr lang="en-US" smtClean="0"/>
              <a:t>9/20/2026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2359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BA0B4E8-F389-4DD5-B3EC-37E88D1AD78F}" type="datetime1">
              <a:rPr lang="en-US" smtClean="0"/>
              <a:t>9/20/2026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91329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A942A636-76C4-4EB1-A2CC-2ABF54421FE3}" type="datetime1">
              <a:rPr lang="en-US" smtClean="0"/>
              <a:t>9/20/2026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7824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95B423A5-C243-487B-A652-39F00748165E}" type="datetime1">
              <a:rPr lang="en-US" smtClean="0"/>
              <a:t>9/20/2026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64826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0430AD89-C002-420D-B2A6-406343AFF059}" type="datetime1">
              <a:rPr lang="en-US" smtClean="0"/>
              <a:t>9/20/2026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65832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0893" y="907303"/>
            <a:ext cx="10465073" cy="1132258"/>
          </a:xfrm>
        </p:spPr>
        <p:txBody>
          <a:bodyPr/>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60893" y="2367643"/>
            <a:ext cx="10465073" cy="35830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4BC6E8D4-25D1-4A44-BB87-23C6E7F03C94}" type="datetime1">
              <a:rPr lang="en-US" smtClean="0"/>
              <a:t>9/20/2026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881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21705" y="927238"/>
            <a:ext cx="6024894" cy="1143000"/>
          </a:xfrm>
        </p:spPr>
        <p:txBody>
          <a:bodyPr anchor="b"/>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C62C8996-C286-B245-2F06-E6E33F9907E0}"/>
              </a:ext>
            </a:extLst>
          </p:cNvPr>
          <p:cNvSpPr>
            <a:spLocks noGrp="1"/>
          </p:cNvSpPr>
          <p:nvPr>
            <p:ph type="pic" sz="quarter" idx="13"/>
          </p:nvPr>
        </p:nvSpPr>
        <p:spPr>
          <a:xfrm>
            <a:off x="358140" y="333756"/>
            <a:ext cx="4435746" cy="6190488"/>
          </a:xfrm>
          <a:custGeom>
            <a:avLst/>
            <a:gdLst>
              <a:gd name="connsiteX0" fmla="*/ 186643 w 4435746"/>
              <a:gd name="connsiteY0" fmla="*/ 0 h 6190488"/>
              <a:gd name="connsiteX1" fmla="*/ 4435746 w 4435746"/>
              <a:gd name="connsiteY1" fmla="*/ 0 h 6190488"/>
              <a:gd name="connsiteX2" fmla="*/ 4435746 w 4435746"/>
              <a:gd name="connsiteY2" fmla="*/ 6190488 h 6190488"/>
              <a:gd name="connsiteX3" fmla="*/ 186643 w 4435746"/>
              <a:gd name="connsiteY3" fmla="*/ 6190488 h 6190488"/>
              <a:gd name="connsiteX4" fmla="*/ 0 w 4435746"/>
              <a:gd name="connsiteY4" fmla="*/ 6003845 h 6190488"/>
              <a:gd name="connsiteX5" fmla="*/ 0 w 4435746"/>
              <a:gd name="connsiteY5" fmla="*/ 186643 h 6190488"/>
              <a:gd name="connsiteX6" fmla="*/ 186643 w 4435746"/>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5746" h="6190488">
                <a:moveTo>
                  <a:pt x="186643" y="0"/>
                </a:moveTo>
                <a:lnTo>
                  <a:pt x="4435746" y="0"/>
                </a:lnTo>
                <a:lnTo>
                  <a:pt x="4435746"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21704" y="2204566"/>
            <a:ext cx="6004263" cy="3766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321704" y="6529914"/>
            <a:ext cx="3554817" cy="328085"/>
          </a:xfrm>
          <a:prstGeom prst="rect">
            <a:avLst/>
          </a:prstGeom>
        </p:spPr>
        <p:txBody>
          <a:bodyPr/>
          <a:lstStyle/>
          <a:p>
            <a:fld id="{78F868A0-EF2B-4F3B-A196-0BED12045750}" type="datetime1">
              <a:rPr lang="en-US" smtClean="0"/>
              <a:t>9/20/2026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99886564-48A7-D356-B519-1753B487C99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88843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6037236"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59536" y="2202135"/>
            <a:ext cx="6037365" cy="3748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0EB951-12A5-039B-D658-D0E726B23825}"/>
              </a:ext>
            </a:extLst>
          </p:cNvPr>
          <p:cNvSpPr>
            <a:spLocks noGrp="1"/>
          </p:cNvSpPr>
          <p:nvPr>
            <p:ph type="pic" sz="quarter" idx="13"/>
          </p:nvPr>
        </p:nvSpPr>
        <p:spPr>
          <a:xfrm>
            <a:off x="7400544" y="333756"/>
            <a:ext cx="4433316" cy="6190488"/>
          </a:xfrm>
          <a:custGeom>
            <a:avLst/>
            <a:gdLst>
              <a:gd name="connsiteX0" fmla="*/ 0 w 4433316"/>
              <a:gd name="connsiteY0" fmla="*/ 0 h 6190488"/>
              <a:gd name="connsiteX1" fmla="*/ 4246673 w 4433316"/>
              <a:gd name="connsiteY1" fmla="*/ 0 h 6190488"/>
              <a:gd name="connsiteX2" fmla="*/ 4433316 w 4433316"/>
              <a:gd name="connsiteY2" fmla="*/ 186643 h 6190488"/>
              <a:gd name="connsiteX3" fmla="*/ 4433316 w 4433316"/>
              <a:gd name="connsiteY3" fmla="*/ 6003845 h 6190488"/>
              <a:gd name="connsiteX4" fmla="*/ 4246673 w 4433316"/>
              <a:gd name="connsiteY4" fmla="*/ 6190488 h 6190488"/>
              <a:gd name="connsiteX5" fmla="*/ 0 w 4433316"/>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3316" h="6190488">
                <a:moveTo>
                  <a:pt x="0" y="0"/>
                </a:moveTo>
                <a:lnTo>
                  <a:pt x="4246673" y="0"/>
                </a:lnTo>
                <a:cubicBezTo>
                  <a:pt x="4349753" y="0"/>
                  <a:pt x="4433316" y="83563"/>
                  <a:pt x="4433316" y="186643"/>
                </a:cubicBezTo>
                <a:lnTo>
                  <a:pt x="4433316" y="6003845"/>
                </a:lnTo>
                <a:cubicBezTo>
                  <a:pt x="4433316" y="6106925"/>
                  <a:pt x="4349753" y="6190488"/>
                  <a:pt x="4246673"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347132" y="6529916"/>
            <a:ext cx="3284341" cy="328085"/>
          </a:xfrm>
          <a:prstGeom prst="rect">
            <a:avLst/>
          </a:prstGeom>
        </p:spPr>
        <p:txBody>
          <a:bodyPr/>
          <a:lstStyle/>
          <a:p>
            <a:fld id="{3D127003-26EA-4E29-A915-6163B9A3B02A}" type="datetime1">
              <a:rPr lang="en-US" smtClean="0"/>
              <a:t>9/20/2026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529916"/>
            <a:ext cx="2805405" cy="328084"/>
          </a:xfrm>
          <a:prstGeom prst="rect">
            <a:avLst/>
          </a:prstGeo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28ED8B4C-3B70-7229-7BC1-2CA7F422854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6890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4995" y="912388"/>
            <a:ext cx="6800971" cy="932688"/>
          </a:xfrm>
        </p:spPr>
        <p:txBody>
          <a:bodyPr anchor="b"/>
          <a:lstStyle>
            <a:lvl1pPr>
              <a:defRPr sz="4400"/>
            </a:lvl1pPr>
          </a:lstStyle>
          <a:p>
            <a:r>
              <a:rPr lang="en-US"/>
              <a:t>Click to edit Master title style</a:t>
            </a:r>
            <a:endParaRPr lang="en-US" dirty="0"/>
          </a:p>
        </p:txBody>
      </p:sp>
      <p:sp>
        <p:nvSpPr>
          <p:cNvPr id="7" name="Picture Placeholder 6">
            <a:extLst>
              <a:ext uri="{FF2B5EF4-FFF2-40B4-BE49-F238E27FC236}">
                <a16:creationId xmlns:a16="http://schemas.microsoft.com/office/drawing/2014/main" id="{5D00EEA7-B56C-0FE1-DD57-6EA768316748}"/>
              </a:ext>
            </a:extLst>
          </p:cNvPr>
          <p:cNvSpPr>
            <a:spLocks noGrp="1"/>
          </p:cNvSpPr>
          <p:nvPr>
            <p:ph type="pic" sz="quarter" idx="13"/>
          </p:nvPr>
        </p:nvSpPr>
        <p:spPr>
          <a:xfrm>
            <a:off x="358140" y="333756"/>
            <a:ext cx="3665220" cy="6190488"/>
          </a:xfrm>
          <a:custGeom>
            <a:avLst/>
            <a:gdLst>
              <a:gd name="connsiteX0" fmla="*/ 186643 w 3665220"/>
              <a:gd name="connsiteY0" fmla="*/ 0 h 6190488"/>
              <a:gd name="connsiteX1" fmla="*/ 3665220 w 3665220"/>
              <a:gd name="connsiteY1" fmla="*/ 0 h 6190488"/>
              <a:gd name="connsiteX2" fmla="*/ 3665220 w 3665220"/>
              <a:gd name="connsiteY2" fmla="*/ 6190488 h 6190488"/>
              <a:gd name="connsiteX3" fmla="*/ 186643 w 3665220"/>
              <a:gd name="connsiteY3" fmla="*/ 6190488 h 6190488"/>
              <a:gd name="connsiteX4" fmla="*/ 0 w 3665220"/>
              <a:gd name="connsiteY4" fmla="*/ 6003845 h 6190488"/>
              <a:gd name="connsiteX5" fmla="*/ 0 w 3665220"/>
              <a:gd name="connsiteY5" fmla="*/ 186643 h 6190488"/>
              <a:gd name="connsiteX6" fmla="*/ 186643 w 366522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5220" h="6190488">
                <a:moveTo>
                  <a:pt x="186643" y="0"/>
                </a:moveTo>
                <a:lnTo>
                  <a:pt x="3665220" y="0"/>
                </a:lnTo>
                <a:lnTo>
                  <a:pt x="3665220"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2499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529916"/>
            <a:ext cx="3494314" cy="328084"/>
          </a:xfrm>
          <a:prstGeom prst="rect">
            <a:avLst/>
          </a:prstGeom>
        </p:spPr>
        <p:txBody>
          <a:bodyPr/>
          <a:lstStyle/>
          <a:p>
            <a:fld id="{FC8398B2-10D9-44F6-A6BD-93FBB0F2ED95}" type="datetime1">
              <a:rPr lang="en-US" smtClean="0"/>
              <a:t>9/20/2026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42F2155E-50E7-C260-4CB2-28DE7F08650E}"/>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98243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99AA6AA-9FAC-AA42-597B-AAAAEDA9E09F}"/>
              </a:ext>
            </a:extLst>
          </p:cNvPr>
          <p:cNvSpPr>
            <a:spLocks noGrp="1"/>
          </p:cNvSpPr>
          <p:nvPr>
            <p:ph type="title"/>
          </p:nvPr>
        </p:nvSpPr>
        <p:spPr>
          <a:xfrm>
            <a:off x="859536" y="912388"/>
            <a:ext cx="6800971" cy="932688"/>
          </a:xfrm>
        </p:spPr>
        <p:txBody>
          <a:bodyPr anchor="b"/>
          <a:lstStyle>
            <a:lvl1pPr>
              <a:defRPr sz="4400"/>
            </a:lvl1pPr>
          </a:lstStyle>
          <a:p>
            <a:r>
              <a:rPr lang="en-US"/>
              <a:t>Click to edit Master title style</a:t>
            </a:r>
            <a:endParaRPr lang="en-US" dirty="0"/>
          </a:p>
        </p:txBody>
      </p:sp>
      <p:sp>
        <p:nvSpPr>
          <p:cNvPr id="16" name="Content Placeholder 7">
            <a:extLst>
              <a:ext uri="{FF2B5EF4-FFF2-40B4-BE49-F238E27FC236}">
                <a16:creationId xmlns:a16="http://schemas.microsoft.com/office/drawing/2014/main" id="{5F8572EB-0F19-5157-1262-D70FB246A99A}"/>
              </a:ext>
            </a:extLst>
          </p:cNvPr>
          <p:cNvSpPr>
            <a:spLocks noGrp="1"/>
          </p:cNvSpPr>
          <p:nvPr>
            <p:ph sz="quarter" idx="14"/>
          </p:nvPr>
        </p:nvSpPr>
        <p:spPr>
          <a:xfrm>
            <a:off x="85953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1B842C4E-40FF-AB86-90DD-9230239CDAA9}"/>
              </a:ext>
            </a:extLst>
          </p:cNvPr>
          <p:cNvSpPr>
            <a:spLocks noGrp="1"/>
          </p:cNvSpPr>
          <p:nvPr>
            <p:ph type="pic" sz="quarter" idx="13"/>
          </p:nvPr>
        </p:nvSpPr>
        <p:spPr>
          <a:xfrm>
            <a:off x="8091732" y="333756"/>
            <a:ext cx="3742128" cy="6190488"/>
          </a:xfrm>
          <a:custGeom>
            <a:avLst/>
            <a:gdLst>
              <a:gd name="connsiteX0" fmla="*/ 0 w 3742128"/>
              <a:gd name="connsiteY0" fmla="*/ 0 h 6190488"/>
              <a:gd name="connsiteX1" fmla="*/ 3555485 w 3742128"/>
              <a:gd name="connsiteY1" fmla="*/ 0 h 6190488"/>
              <a:gd name="connsiteX2" fmla="*/ 3742128 w 3742128"/>
              <a:gd name="connsiteY2" fmla="*/ 186643 h 6190488"/>
              <a:gd name="connsiteX3" fmla="*/ 3742128 w 3742128"/>
              <a:gd name="connsiteY3" fmla="*/ 6003845 h 6190488"/>
              <a:gd name="connsiteX4" fmla="*/ 3555485 w 3742128"/>
              <a:gd name="connsiteY4" fmla="*/ 6190488 h 6190488"/>
              <a:gd name="connsiteX5" fmla="*/ 0 w 3742128"/>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2128" h="6190488">
                <a:moveTo>
                  <a:pt x="0" y="0"/>
                </a:moveTo>
                <a:lnTo>
                  <a:pt x="3555485" y="0"/>
                </a:lnTo>
                <a:cubicBezTo>
                  <a:pt x="3658565" y="0"/>
                  <a:pt x="3742128" y="83563"/>
                  <a:pt x="3742128" y="186643"/>
                </a:cubicBezTo>
                <a:lnTo>
                  <a:pt x="3742128" y="6003845"/>
                </a:lnTo>
                <a:cubicBezTo>
                  <a:pt x="3742128" y="6106925"/>
                  <a:pt x="3658565" y="6190488"/>
                  <a:pt x="3555485"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47132" y="6529916"/>
            <a:ext cx="3284341" cy="328084"/>
          </a:xfrm>
          <a:prstGeom prst="rect">
            <a:avLst/>
          </a:prstGeom>
        </p:spPr>
        <p:txBody>
          <a:bodyPr/>
          <a:lstStyle/>
          <a:p>
            <a:fld id="{DCAE8F83-67FA-404A-B769-CAB4959C0FA7}" type="datetime1">
              <a:rPr lang="en-US" smtClean="0"/>
              <a:t>9/20/2026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635E0701-D961-E590-72A4-CFE60A942FB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045870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5B410A-8F1F-C41B-C2EA-3ADD36BB7D5B}"/>
              </a:ext>
            </a:extLst>
          </p:cNvPr>
          <p:cNvSpPr>
            <a:spLocks noGrp="1"/>
          </p:cNvSpPr>
          <p:nvPr>
            <p:ph type="title"/>
          </p:nvPr>
        </p:nvSpPr>
        <p:spPr>
          <a:xfrm>
            <a:off x="7053972" y="907302"/>
            <a:ext cx="4361688" cy="1386965"/>
          </a:xfrm>
        </p:spPr>
        <p:txBody>
          <a:bodyPr anchor="t"/>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3675BA77-EBBB-9336-6E26-E6A278DEC64C}"/>
              </a:ext>
            </a:extLst>
          </p:cNvPr>
          <p:cNvSpPr>
            <a:spLocks noGrp="1"/>
          </p:cNvSpPr>
          <p:nvPr>
            <p:ph type="pic" sz="quarter" idx="13"/>
          </p:nvPr>
        </p:nvSpPr>
        <p:spPr>
          <a:xfrm>
            <a:off x="358140" y="333756"/>
            <a:ext cx="6253369" cy="6190488"/>
          </a:xfrm>
          <a:custGeom>
            <a:avLst/>
            <a:gdLst>
              <a:gd name="connsiteX0" fmla="*/ 186643 w 6253369"/>
              <a:gd name="connsiteY0" fmla="*/ 0 h 6190488"/>
              <a:gd name="connsiteX1" fmla="*/ 6253369 w 6253369"/>
              <a:gd name="connsiteY1" fmla="*/ 0 h 6190488"/>
              <a:gd name="connsiteX2" fmla="*/ 6253369 w 6253369"/>
              <a:gd name="connsiteY2" fmla="*/ 6190488 h 6190488"/>
              <a:gd name="connsiteX3" fmla="*/ 186643 w 6253369"/>
              <a:gd name="connsiteY3" fmla="*/ 6190488 h 6190488"/>
              <a:gd name="connsiteX4" fmla="*/ 0 w 6253369"/>
              <a:gd name="connsiteY4" fmla="*/ 6003845 h 6190488"/>
              <a:gd name="connsiteX5" fmla="*/ 0 w 6253369"/>
              <a:gd name="connsiteY5" fmla="*/ 186643 h 6190488"/>
              <a:gd name="connsiteX6" fmla="*/ 186643 w 6253369"/>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3369" h="6190488">
                <a:moveTo>
                  <a:pt x="186643" y="0"/>
                </a:moveTo>
                <a:lnTo>
                  <a:pt x="6253369" y="0"/>
                </a:lnTo>
                <a:lnTo>
                  <a:pt x="6253369"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9" name="Content Placeholder 7">
            <a:extLst>
              <a:ext uri="{FF2B5EF4-FFF2-40B4-BE49-F238E27FC236}">
                <a16:creationId xmlns:a16="http://schemas.microsoft.com/office/drawing/2014/main" id="{CFD057C1-E5F9-48C1-C100-98561B816AC5}"/>
              </a:ext>
            </a:extLst>
          </p:cNvPr>
          <p:cNvSpPr>
            <a:spLocks noGrp="1"/>
          </p:cNvSpPr>
          <p:nvPr>
            <p:ph sz="quarter" idx="14"/>
          </p:nvPr>
        </p:nvSpPr>
        <p:spPr>
          <a:xfrm>
            <a:off x="7053972"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9/20/2026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EA9C6C39-F32F-7B92-4B04-DE603E8CAB22}"/>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114192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302"/>
            <a:ext cx="4361688" cy="138696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89A950D-4E95-617D-73A8-2088AA91A845}"/>
              </a:ext>
            </a:extLst>
          </p:cNvPr>
          <p:cNvSpPr>
            <a:spLocks noGrp="1"/>
          </p:cNvSpPr>
          <p:nvPr>
            <p:ph type="pic" sz="quarter" idx="13"/>
          </p:nvPr>
        </p:nvSpPr>
        <p:spPr>
          <a:xfrm>
            <a:off x="5749422" y="333756"/>
            <a:ext cx="6086539" cy="6190488"/>
          </a:xfrm>
          <a:custGeom>
            <a:avLst/>
            <a:gdLst>
              <a:gd name="connsiteX0" fmla="*/ 0 w 6086539"/>
              <a:gd name="connsiteY0" fmla="*/ 0 h 6181344"/>
              <a:gd name="connsiteX1" fmla="*/ 5900171 w 6086539"/>
              <a:gd name="connsiteY1" fmla="*/ 0 h 6181344"/>
              <a:gd name="connsiteX2" fmla="*/ 6086539 w 6086539"/>
              <a:gd name="connsiteY2" fmla="*/ 186368 h 6181344"/>
              <a:gd name="connsiteX3" fmla="*/ 6086539 w 6086539"/>
              <a:gd name="connsiteY3" fmla="*/ 5994976 h 6181344"/>
              <a:gd name="connsiteX4" fmla="*/ 5900171 w 6086539"/>
              <a:gd name="connsiteY4" fmla="*/ 6181344 h 6181344"/>
              <a:gd name="connsiteX5" fmla="*/ 0 w 6086539"/>
              <a:gd name="connsiteY5" fmla="*/ 6181344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6539" h="6181344">
                <a:moveTo>
                  <a:pt x="0" y="0"/>
                </a:moveTo>
                <a:lnTo>
                  <a:pt x="5900171" y="0"/>
                </a:lnTo>
                <a:cubicBezTo>
                  <a:pt x="6003099" y="0"/>
                  <a:pt x="6086539" y="83440"/>
                  <a:pt x="6086539" y="186368"/>
                </a:cubicBezTo>
                <a:lnTo>
                  <a:pt x="6086539" y="5994976"/>
                </a:lnTo>
                <a:cubicBezTo>
                  <a:pt x="6086539" y="6097904"/>
                  <a:pt x="6003099" y="6181344"/>
                  <a:pt x="5900171" y="6181344"/>
                </a:cubicBezTo>
                <a:lnTo>
                  <a:pt x="0" y="6181344"/>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29916"/>
            <a:ext cx="2031073" cy="328084"/>
          </a:xfrm>
          <a:prstGeom prst="rect">
            <a:avLst/>
          </a:prstGeom>
        </p:spPr>
        <p:txBody>
          <a:bodyPr/>
          <a:lstStyle/>
          <a:p>
            <a:fld id="{D5E635FD-01E5-4F9B-B7E3-4E8E4D553502}" type="datetime1">
              <a:rPr lang="en-US" smtClean="0"/>
              <a:t>9/20/2026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6C6B2973-B39B-795B-C998-BD99945AC58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32231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D06E528-2C9F-FF0A-C704-D5311E88B5CA}"/>
              </a:ext>
            </a:extLst>
          </p:cNvPr>
          <p:cNvSpPr>
            <a:spLocks noGrp="1"/>
          </p:cNvSpPr>
          <p:nvPr>
            <p:ph type="title"/>
          </p:nvPr>
        </p:nvSpPr>
        <p:spPr>
          <a:xfrm>
            <a:off x="6882554" y="905256"/>
            <a:ext cx="4572000" cy="932688"/>
          </a:xfrm>
        </p:spPr>
        <p:txBody>
          <a:bodyPr anchor="b"/>
          <a:lstStyle>
            <a:lvl1pPr>
              <a:defRPr sz="32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98AE6960-1685-F3C4-C297-F7D9C123BDA2}"/>
              </a:ext>
            </a:extLst>
          </p:cNvPr>
          <p:cNvSpPr>
            <a:spLocks noGrp="1"/>
          </p:cNvSpPr>
          <p:nvPr>
            <p:ph type="pic" sz="quarter" idx="13"/>
          </p:nvPr>
        </p:nvSpPr>
        <p:spPr>
          <a:xfrm>
            <a:off x="358956" y="338328"/>
            <a:ext cx="6129344" cy="6181344"/>
          </a:xfrm>
          <a:custGeom>
            <a:avLst/>
            <a:gdLst>
              <a:gd name="connsiteX0" fmla="*/ 186368 w 6129344"/>
              <a:gd name="connsiteY0" fmla="*/ 0 h 6181344"/>
              <a:gd name="connsiteX1" fmla="*/ 6129344 w 6129344"/>
              <a:gd name="connsiteY1" fmla="*/ 0 h 6181344"/>
              <a:gd name="connsiteX2" fmla="*/ 6129344 w 6129344"/>
              <a:gd name="connsiteY2" fmla="*/ 6181344 h 6181344"/>
              <a:gd name="connsiteX3" fmla="*/ 186368 w 6129344"/>
              <a:gd name="connsiteY3" fmla="*/ 6181344 h 6181344"/>
              <a:gd name="connsiteX4" fmla="*/ 0 w 6129344"/>
              <a:gd name="connsiteY4" fmla="*/ 5994976 h 6181344"/>
              <a:gd name="connsiteX5" fmla="*/ 0 w 6129344"/>
              <a:gd name="connsiteY5" fmla="*/ 186368 h 6181344"/>
              <a:gd name="connsiteX6" fmla="*/ 186368 w 6129344"/>
              <a:gd name="connsiteY6" fmla="*/ 0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9344" h="6181344">
                <a:moveTo>
                  <a:pt x="186368" y="0"/>
                </a:moveTo>
                <a:lnTo>
                  <a:pt x="6129344" y="0"/>
                </a:lnTo>
                <a:lnTo>
                  <a:pt x="6129344" y="6181344"/>
                </a:lnTo>
                <a:lnTo>
                  <a:pt x="186368" y="6181344"/>
                </a:lnTo>
                <a:cubicBezTo>
                  <a:pt x="83440" y="6181344"/>
                  <a:pt x="0" y="6097904"/>
                  <a:pt x="0" y="5994976"/>
                </a:cubicBezTo>
                <a:lnTo>
                  <a:pt x="0" y="186368"/>
                </a:lnTo>
                <a:cubicBezTo>
                  <a:pt x="0" y="83440"/>
                  <a:pt x="83440" y="0"/>
                  <a:pt x="186368"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10" name="Content Placeholder 7">
            <a:extLst>
              <a:ext uri="{FF2B5EF4-FFF2-40B4-BE49-F238E27FC236}">
                <a16:creationId xmlns:a16="http://schemas.microsoft.com/office/drawing/2014/main" id="{F131C32E-547E-EA2F-5C03-0FE106459545}"/>
              </a:ext>
            </a:extLst>
          </p:cNvPr>
          <p:cNvSpPr>
            <a:spLocks noGrp="1"/>
          </p:cNvSpPr>
          <p:nvPr>
            <p:ph sz="quarter" idx="14"/>
          </p:nvPr>
        </p:nvSpPr>
        <p:spPr>
          <a:xfrm>
            <a:off x="6882554"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529916"/>
            <a:ext cx="1772029" cy="328084"/>
          </a:xfrm>
          <a:prstGeom prst="rect">
            <a:avLst/>
          </a:prstGeom>
        </p:spPr>
        <p:txBody>
          <a:bodyPr/>
          <a:lstStyle>
            <a:lvl1pPr>
              <a:defRPr>
                <a:solidFill>
                  <a:schemeClr val="tx1"/>
                </a:solidFill>
                <a:effectLst/>
              </a:defRPr>
            </a:lvl1pPr>
          </a:lstStyle>
          <a:p>
            <a:fld id="{9DA120D7-D319-4C08-8AC1-3F29C25825B5}" type="datetime1">
              <a:rPr lang="en-US" smtClean="0"/>
              <a:t>9/20/2026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3BBCC467-E248-3764-B263-C14CD99457D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62320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4572000" cy="932688"/>
          </a:xfrm>
        </p:spPr>
        <p:txBody>
          <a:bodyPr anchor="b"/>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4E3331A2-CF3B-E998-CF70-4A75C30A9245}"/>
              </a:ext>
            </a:extLst>
          </p:cNvPr>
          <p:cNvSpPr>
            <a:spLocks noGrp="1"/>
          </p:cNvSpPr>
          <p:nvPr>
            <p:ph type="pic" sz="quarter" idx="13"/>
          </p:nvPr>
        </p:nvSpPr>
        <p:spPr>
          <a:xfrm>
            <a:off x="5917720" y="333756"/>
            <a:ext cx="5916140" cy="6190488"/>
          </a:xfrm>
          <a:custGeom>
            <a:avLst/>
            <a:gdLst>
              <a:gd name="connsiteX0" fmla="*/ 0 w 5916140"/>
              <a:gd name="connsiteY0" fmla="*/ 0 h 6190488"/>
              <a:gd name="connsiteX1" fmla="*/ 5729497 w 5916140"/>
              <a:gd name="connsiteY1" fmla="*/ 0 h 6190488"/>
              <a:gd name="connsiteX2" fmla="*/ 5916140 w 5916140"/>
              <a:gd name="connsiteY2" fmla="*/ 186643 h 6190488"/>
              <a:gd name="connsiteX3" fmla="*/ 5916140 w 5916140"/>
              <a:gd name="connsiteY3" fmla="*/ 6003845 h 6190488"/>
              <a:gd name="connsiteX4" fmla="*/ 5729497 w 5916140"/>
              <a:gd name="connsiteY4" fmla="*/ 6190488 h 6190488"/>
              <a:gd name="connsiteX5" fmla="*/ 0 w 591614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16140" h="6190488">
                <a:moveTo>
                  <a:pt x="0" y="0"/>
                </a:moveTo>
                <a:lnTo>
                  <a:pt x="5729497" y="0"/>
                </a:lnTo>
                <a:cubicBezTo>
                  <a:pt x="5832577" y="0"/>
                  <a:pt x="5916140" y="83563"/>
                  <a:pt x="5916140" y="186643"/>
                </a:cubicBezTo>
                <a:lnTo>
                  <a:pt x="5916140" y="6003845"/>
                </a:lnTo>
                <a:cubicBezTo>
                  <a:pt x="5916140" y="6106925"/>
                  <a:pt x="5832577" y="6190488"/>
                  <a:pt x="572949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2031073" cy="328084"/>
          </a:xfrm>
          <a:prstGeom prst="rect">
            <a:avLst/>
          </a:prstGeom>
        </p:spPr>
        <p:txBody>
          <a:bodyPr/>
          <a:lstStyle/>
          <a:p>
            <a:fld id="{EBEC7127-1401-4DC9-A2BE-769D7BC81B47}" type="datetime1">
              <a:rPr lang="en-US" smtClean="0"/>
              <a:t>9/20/2026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441A81A3-09AD-4886-CA58-1C5308FB34ED}"/>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13942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03044" y="907299"/>
            <a:ext cx="3222923" cy="1203162"/>
          </a:xfrm>
        </p:spPr>
        <p:txBody>
          <a:bodyPr anchor="b">
            <a:normAutofit/>
          </a:bodyPr>
          <a:lstStyle>
            <a:lvl1pPr>
              <a:defRPr sz="3200"/>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E26FC952-7E45-FC54-E540-F375172C0E20}"/>
              </a:ext>
            </a:extLst>
          </p:cNvPr>
          <p:cNvSpPr>
            <a:spLocks noGrp="1"/>
          </p:cNvSpPr>
          <p:nvPr>
            <p:ph type="pic" sz="quarter" idx="13"/>
          </p:nvPr>
        </p:nvSpPr>
        <p:spPr>
          <a:xfrm>
            <a:off x="358140" y="333756"/>
            <a:ext cx="7226004" cy="6190488"/>
          </a:xfrm>
          <a:custGeom>
            <a:avLst/>
            <a:gdLst>
              <a:gd name="connsiteX0" fmla="*/ 186643 w 7226004"/>
              <a:gd name="connsiteY0" fmla="*/ 0 h 6190488"/>
              <a:gd name="connsiteX1" fmla="*/ 7226004 w 7226004"/>
              <a:gd name="connsiteY1" fmla="*/ 0 h 6190488"/>
              <a:gd name="connsiteX2" fmla="*/ 7226004 w 7226004"/>
              <a:gd name="connsiteY2" fmla="*/ 6190488 h 6190488"/>
              <a:gd name="connsiteX3" fmla="*/ 186643 w 7226004"/>
              <a:gd name="connsiteY3" fmla="*/ 6190488 h 6190488"/>
              <a:gd name="connsiteX4" fmla="*/ 0 w 7226004"/>
              <a:gd name="connsiteY4" fmla="*/ 6003845 h 6190488"/>
              <a:gd name="connsiteX5" fmla="*/ 0 w 7226004"/>
              <a:gd name="connsiteY5" fmla="*/ 186643 h 6190488"/>
              <a:gd name="connsiteX6" fmla="*/ 186643 w 7226004"/>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26004" h="6190488">
                <a:moveTo>
                  <a:pt x="186643" y="0"/>
                </a:moveTo>
                <a:lnTo>
                  <a:pt x="7226004" y="0"/>
                </a:lnTo>
                <a:lnTo>
                  <a:pt x="7226004"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03044" y="2240265"/>
            <a:ext cx="3222923" cy="371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103044" y="6529915"/>
            <a:ext cx="922372" cy="328084"/>
          </a:xfrm>
          <a:prstGeom prst="rect">
            <a:avLst/>
          </a:prstGeom>
        </p:spPr>
        <p:txBody>
          <a:bodyPr/>
          <a:lstStyle/>
          <a:p>
            <a:fld id="{16B7840A-2968-4A25-82F8-DF7BABF97BC1}" type="datetime1">
              <a:rPr lang="en-US" smtClean="0"/>
              <a:t>9/20/2026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025417" y="6529915"/>
            <a:ext cx="2390244"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DCB9005A-8E92-C720-BABE-52545C043BA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634720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299"/>
            <a:ext cx="3351329" cy="1203161"/>
          </a:xfrm>
        </p:spPr>
        <p:txBody>
          <a:bodyPr anchor="b">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244789"/>
            <a:ext cx="3351329" cy="3705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93031C5B-201F-65FC-977A-E04E980A8D1F}"/>
              </a:ext>
            </a:extLst>
          </p:cNvPr>
          <p:cNvSpPr>
            <a:spLocks noGrp="1"/>
          </p:cNvSpPr>
          <p:nvPr>
            <p:ph type="pic" sz="quarter" idx="13"/>
          </p:nvPr>
        </p:nvSpPr>
        <p:spPr>
          <a:xfrm>
            <a:off x="4761780" y="333756"/>
            <a:ext cx="7072080" cy="6190488"/>
          </a:xfrm>
          <a:custGeom>
            <a:avLst/>
            <a:gdLst>
              <a:gd name="connsiteX0" fmla="*/ 0 w 7072080"/>
              <a:gd name="connsiteY0" fmla="*/ 0 h 6190488"/>
              <a:gd name="connsiteX1" fmla="*/ 6885437 w 7072080"/>
              <a:gd name="connsiteY1" fmla="*/ 0 h 6190488"/>
              <a:gd name="connsiteX2" fmla="*/ 7072080 w 7072080"/>
              <a:gd name="connsiteY2" fmla="*/ 186643 h 6190488"/>
              <a:gd name="connsiteX3" fmla="*/ 7072080 w 7072080"/>
              <a:gd name="connsiteY3" fmla="*/ 6003845 h 6190488"/>
              <a:gd name="connsiteX4" fmla="*/ 6885437 w 7072080"/>
              <a:gd name="connsiteY4" fmla="*/ 6190488 h 6190488"/>
              <a:gd name="connsiteX5" fmla="*/ 0 w 707208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2080" h="6190488">
                <a:moveTo>
                  <a:pt x="0" y="0"/>
                </a:moveTo>
                <a:lnTo>
                  <a:pt x="6885437" y="0"/>
                </a:lnTo>
                <a:cubicBezTo>
                  <a:pt x="6988517" y="0"/>
                  <a:pt x="7072080" y="83563"/>
                  <a:pt x="7072080" y="186643"/>
                </a:cubicBezTo>
                <a:lnTo>
                  <a:pt x="7072080" y="6003845"/>
                </a:lnTo>
                <a:cubicBezTo>
                  <a:pt x="7072080" y="6106925"/>
                  <a:pt x="6988517" y="6190488"/>
                  <a:pt x="688543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1067625" cy="328084"/>
          </a:xfrm>
          <a:prstGeom prst="rect">
            <a:avLst/>
          </a:prstGeom>
        </p:spPr>
        <p:txBody>
          <a:bodyPr/>
          <a:lstStyle/>
          <a:p>
            <a:fld id="{E2ABEC49-741E-472F-866C-AE933A56DB01}" type="datetime1">
              <a:rPr lang="en-US" smtClean="0"/>
              <a:t>9/20/2026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75A9B769-FEAE-2962-E26F-2A44DC7B32A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36238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00265" y="907300"/>
            <a:ext cx="3025702" cy="2114466"/>
          </a:xfrm>
        </p:spPr>
        <p:txBody>
          <a:bodyPr anchor="b"/>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D58BC462-E794-03C0-9112-F7F3BCEED143}"/>
              </a:ext>
            </a:extLst>
          </p:cNvPr>
          <p:cNvSpPr>
            <a:spLocks noGrp="1"/>
          </p:cNvSpPr>
          <p:nvPr>
            <p:ph type="pic" sz="quarter" idx="13"/>
          </p:nvPr>
        </p:nvSpPr>
        <p:spPr>
          <a:xfrm>
            <a:off x="358140" y="333756"/>
            <a:ext cx="7423225" cy="6190488"/>
          </a:xfrm>
          <a:custGeom>
            <a:avLst/>
            <a:gdLst>
              <a:gd name="connsiteX0" fmla="*/ 186643 w 7423225"/>
              <a:gd name="connsiteY0" fmla="*/ 0 h 6190488"/>
              <a:gd name="connsiteX1" fmla="*/ 7423225 w 7423225"/>
              <a:gd name="connsiteY1" fmla="*/ 0 h 6190488"/>
              <a:gd name="connsiteX2" fmla="*/ 7423225 w 7423225"/>
              <a:gd name="connsiteY2" fmla="*/ 6190488 h 6190488"/>
              <a:gd name="connsiteX3" fmla="*/ 186643 w 7423225"/>
              <a:gd name="connsiteY3" fmla="*/ 6190488 h 6190488"/>
              <a:gd name="connsiteX4" fmla="*/ 0 w 7423225"/>
              <a:gd name="connsiteY4" fmla="*/ 6003845 h 6190488"/>
              <a:gd name="connsiteX5" fmla="*/ 0 w 7423225"/>
              <a:gd name="connsiteY5" fmla="*/ 186643 h 6190488"/>
              <a:gd name="connsiteX6" fmla="*/ 186643 w 7423225"/>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23225" h="6190488">
                <a:moveTo>
                  <a:pt x="186643" y="0"/>
                </a:moveTo>
                <a:lnTo>
                  <a:pt x="7423225" y="0"/>
                </a:lnTo>
                <a:lnTo>
                  <a:pt x="7423225"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00265" y="3156095"/>
            <a:ext cx="3025702" cy="2794596"/>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529915"/>
            <a:ext cx="1003659" cy="328084"/>
          </a:xfrm>
          <a:prstGeom prst="rect">
            <a:avLst/>
          </a:prstGeom>
        </p:spPr>
        <p:txBody>
          <a:bodyPr/>
          <a:lstStyle>
            <a:lvl1pPr>
              <a:defRPr>
                <a:solidFill>
                  <a:schemeClr val="tx1"/>
                </a:solidFill>
                <a:effectLst/>
              </a:defRPr>
            </a:lvl1pPr>
          </a:lstStyle>
          <a:p>
            <a:fld id="{CB6BE5AC-BF33-4FE2-ADBE-F1A4AA52AA84}" type="datetime1">
              <a:rPr lang="en-US" smtClean="0"/>
              <a:t>9/20/2026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529915"/>
            <a:ext cx="2068899"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4" name="Rectangle: Rounded Corners 3">
            <a:extLst>
              <a:ext uri="{FF2B5EF4-FFF2-40B4-BE49-F238E27FC236}">
                <a16:creationId xmlns:a16="http://schemas.microsoft.com/office/drawing/2014/main" id="{B3CB8547-3131-E62F-78BD-1E2AB8979C91}"/>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786448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851A88DF-44ED-436B-99D1-0B8CC5A92D9A}" type="datetime1">
              <a:rPr lang="en-US" smtClean="0"/>
              <a:t>9/20/2026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064656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BEC9FA1C-AA60-4CCE-B788-3849E413B634}" type="datetime1">
              <a:rPr lang="en-US" smtClean="0"/>
              <a:t>9/20/2026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75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a:prstGeom prst="rect">
            <a:avLst/>
          </a:prstGeom>
        </p:spPr>
        <p:txBody>
          <a:bodyPr/>
          <a:lstStyle/>
          <a:p>
            <a:fld id="{401AF4C7-240F-4AB8-A2FA-D99DF3F7CE1C}" type="datetime1">
              <a:rPr lang="en-US" smtClean="0"/>
              <a:t>9/20/2026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a:prstGeom prst="rect">
            <a:avLst/>
          </a:prstGeo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dirty="0"/>
              <a:t>Click icon to add picture</a:t>
            </a:r>
          </a:p>
        </p:txBody>
      </p:sp>
    </p:spTree>
    <p:extLst>
      <p:ext uri="{BB962C8B-B14F-4D97-AF65-F5344CB8AC3E}">
        <p14:creationId xmlns:p14="http://schemas.microsoft.com/office/powerpoint/2010/main" val="25256648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707AF85-94F0-A688-031E-5C9B12E7DA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6" y="1810322"/>
            <a:ext cx="4547183" cy="4444173"/>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0FEB7308-4C28-B462-9DD9-8D821D48BBBA}"/>
              </a:ext>
            </a:extLst>
          </p:cNvPr>
          <p:cNvSpPr>
            <a:spLocks noGrp="1"/>
          </p:cNvSpPr>
          <p:nvPr>
            <p:ph type="pic" sz="quarter" idx="16"/>
          </p:nvPr>
        </p:nvSpPr>
        <p:spPr>
          <a:xfrm>
            <a:off x="898331" y="2044501"/>
            <a:ext cx="3975817" cy="3975817"/>
          </a:xfrm>
          <a:custGeom>
            <a:avLst/>
            <a:gdLst>
              <a:gd name="connsiteX0" fmla="*/ 1987909 w 3975817"/>
              <a:gd name="connsiteY0" fmla="*/ 0 h 3975817"/>
              <a:gd name="connsiteX1" fmla="*/ 3975817 w 3975817"/>
              <a:gd name="connsiteY1" fmla="*/ 1987909 h 3975817"/>
              <a:gd name="connsiteX2" fmla="*/ 1987909 w 3975817"/>
              <a:gd name="connsiteY2" fmla="*/ 3975817 h 3975817"/>
              <a:gd name="connsiteX3" fmla="*/ 0 w 3975817"/>
              <a:gd name="connsiteY3" fmla="*/ 1987909 h 3975817"/>
              <a:gd name="connsiteX4" fmla="*/ 1987909 w 3975817"/>
              <a:gd name="connsiteY4" fmla="*/ 0 h 397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5817" h="3975817">
                <a:moveTo>
                  <a:pt x="1987909" y="0"/>
                </a:moveTo>
                <a:cubicBezTo>
                  <a:pt x="3085800" y="0"/>
                  <a:pt x="3975817" y="890017"/>
                  <a:pt x="3975817" y="1987909"/>
                </a:cubicBezTo>
                <a:cubicBezTo>
                  <a:pt x="3975817" y="3085800"/>
                  <a:pt x="3085800" y="3975817"/>
                  <a:pt x="1987909" y="3975817"/>
                </a:cubicBezTo>
                <a:cubicBezTo>
                  <a:pt x="890017" y="3975817"/>
                  <a:pt x="0" y="3085800"/>
                  <a:pt x="0" y="1987909"/>
                </a:cubicBezTo>
                <a:cubicBezTo>
                  <a:pt x="0" y="890017"/>
                  <a:pt x="890017" y="0"/>
                  <a:pt x="1987909"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096000" y="1828800"/>
            <a:ext cx="5483355"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387AD299-DE61-4CBB-BC93-03EDAFFAD605}" type="datetime1">
              <a:rPr lang="en-US" smtClean="0"/>
              <a:t>9/20/2026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37120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5BFD4E-5044-9769-5E8F-5BEC1C2A21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8" y="2271376"/>
            <a:ext cx="4155294" cy="40611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D4DA44E7-3265-78D1-59E3-AEFDF6112DD6}"/>
              </a:ext>
            </a:extLst>
          </p:cNvPr>
          <p:cNvSpPr>
            <a:spLocks noGrp="1"/>
          </p:cNvSpPr>
          <p:nvPr>
            <p:ph type="pic" sz="quarter" idx="16"/>
          </p:nvPr>
        </p:nvSpPr>
        <p:spPr>
          <a:xfrm>
            <a:off x="873710" y="2485372"/>
            <a:ext cx="3633170" cy="3633170"/>
          </a:xfrm>
          <a:custGeom>
            <a:avLst/>
            <a:gdLst>
              <a:gd name="connsiteX0" fmla="*/ 1816585 w 3633170"/>
              <a:gd name="connsiteY0" fmla="*/ 0 h 3633170"/>
              <a:gd name="connsiteX1" fmla="*/ 3633170 w 3633170"/>
              <a:gd name="connsiteY1" fmla="*/ 1816585 h 3633170"/>
              <a:gd name="connsiteX2" fmla="*/ 1816585 w 3633170"/>
              <a:gd name="connsiteY2" fmla="*/ 3633170 h 3633170"/>
              <a:gd name="connsiteX3" fmla="*/ 0 w 3633170"/>
              <a:gd name="connsiteY3" fmla="*/ 1816585 h 3633170"/>
              <a:gd name="connsiteX4" fmla="*/ 1816585 w 3633170"/>
              <a:gd name="connsiteY4" fmla="*/ 0 h 3633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3170" h="3633170">
                <a:moveTo>
                  <a:pt x="1816585" y="0"/>
                </a:moveTo>
                <a:cubicBezTo>
                  <a:pt x="2819857" y="0"/>
                  <a:pt x="3633170" y="813313"/>
                  <a:pt x="3633170" y="1816585"/>
                </a:cubicBezTo>
                <a:cubicBezTo>
                  <a:pt x="3633170" y="2819857"/>
                  <a:pt x="2819857" y="3633170"/>
                  <a:pt x="1816585" y="3633170"/>
                </a:cubicBezTo>
                <a:cubicBezTo>
                  <a:pt x="813313" y="3633170"/>
                  <a:pt x="0" y="2819857"/>
                  <a:pt x="0" y="1816585"/>
                </a:cubicBezTo>
                <a:cubicBezTo>
                  <a:pt x="0" y="813313"/>
                  <a:pt x="813313" y="0"/>
                  <a:pt x="1816585"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FB9632C8-AF7D-4924-8414-5F0F98946906}" type="datetime1">
              <a:rPr lang="en-US" smtClean="0"/>
              <a:t>9/20/2026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568291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B50B4B-78CB-E542-02D9-864CE61BF8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7715" y="2311121"/>
            <a:ext cx="4085820" cy="39932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AA5E0D2B-AF9D-6520-DEF7-6EF60AC4660E}"/>
              </a:ext>
            </a:extLst>
          </p:cNvPr>
          <p:cNvSpPr>
            <a:spLocks noGrp="1"/>
          </p:cNvSpPr>
          <p:nvPr>
            <p:ph type="pic" sz="quarter" idx="16"/>
          </p:nvPr>
        </p:nvSpPr>
        <p:spPr>
          <a:xfrm>
            <a:off x="694412" y="2521539"/>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CB60CA09-D196-4E75-A4BA-F561F149C1FC}" type="datetime1">
              <a:rPr lang="en-US" smtClean="0"/>
              <a:t>9/20/2026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426141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25626D2-80B1-31C0-8C4C-03AEBF6B450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335066" y="2105276"/>
            <a:ext cx="4085820" cy="3993262"/>
          </a:xfrm>
          <a:prstGeom prst="rect">
            <a:avLst/>
          </a:prstGeom>
        </p:spPr>
      </p:pic>
      <p:sp>
        <p:nvSpPr>
          <p:cNvPr id="17" name="Title 1">
            <a:extLst>
              <a:ext uri="{FF2B5EF4-FFF2-40B4-BE49-F238E27FC236}">
                <a16:creationId xmlns:a16="http://schemas.microsoft.com/office/drawing/2014/main" id="{FB8AD6A1-C215-DFF8-ECFA-D092D628B627}"/>
              </a:ext>
            </a:extLst>
          </p:cNvPr>
          <p:cNvSpPr>
            <a:spLocks noGrp="1"/>
          </p:cNvSpPr>
          <p:nvPr>
            <p:ph type="title"/>
          </p:nvPr>
        </p:nvSpPr>
        <p:spPr>
          <a:xfrm>
            <a:off x="612647" y="907303"/>
            <a:ext cx="10966706" cy="1132258"/>
          </a:xfrm>
        </p:spPr>
        <p:txBody>
          <a:bodyPr/>
          <a:lstStyle>
            <a:lvl1pPr>
              <a:defRPr>
                <a:latin typeface="+mj-lt"/>
              </a:defRPr>
            </a:lvl1pPr>
          </a:lstStyle>
          <a:p>
            <a:r>
              <a:rPr lang="en-US" dirty="0"/>
              <a:t>Click to edit Master title style</a:t>
            </a:r>
          </a:p>
        </p:txBody>
      </p:sp>
      <p:sp>
        <p:nvSpPr>
          <p:cNvPr id="15" name="Text Placeholder 3">
            <a:extLst>
              <a:ext uri="{FF2B5EF4-FFF2-40B4-BE49-F238E27FC236}">
                <a16:creationId xmlns:a16="http://schemas.microsoft.com/office/drawing/2014/main" id="{2F6745D6-F853-FF75-28EF-2DD864956FC7}"/>
              </a:ext>
            </a:extLst>
          </p:cNvPr>
          <p:cNvSpPr>
            <a:spLocks noGrp="1"/>
          </p:cNvSpPr>
          <p:nvPr>
            <p:ph type="body" sz="half" idx="2"/>
          </p:nvPr>
        </p:nvSpPr>
        <p:spPr>
          <a:xfrm>
            <a:off x="612647" y="2311121"/>
            <a:ext cx="6158266" cy="3993262"/>
          </a:xfrm>
        </p:spPr>
        <p:txBody>
          <a:bodyPr anchor="t">
            <a:normAutofit/>
          </a:bodyPr>
          <a:lstStyle>
            <a:lvl1pPr marL="0" indent="0">
              <a:buNone/>
              <a:defRPr sz="1400"/>
            </a:lvl1pPr>
            <a:lvl2pPr marL="457200" indent="0">
              <a:buNone/>
              <a:defRPr sz="1200"/>
            </a:lvl2pPr>
            <a:lvl3pPr marL="914400" indent="0">
              <a:buNone/>
              <a:defRPr sz="1100"/>
            </a:lvl3pPr>
            <a:lvl4pPr marL="1371600" indent="0">
              <a:buNone/>
              <a:defRPr sz="900"/>
            </a:lvl4pPr>
            <a:lvl5pPr marL="1828800" indent="0">
              <a:buNone/>
              <a:defRPr sz="9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a:extLst>
              <a:ext uri="{FF2B5EF4-FFF2-40B4-BE49-F238E27FC236}">
                <a16:creationId xmlns:a16="http://schemas.microsoft.com/office/drawing/2014/main" id="{D366C839-A25F-2CB3-40B9-811BB4C75134}"/>
              </a:ext>
            </a:extLst>
          </p:cNvPr>
          <p:cNvSpPr>
            <a:spLocks noGrp="1"/>
          </p:cNvSpPr>
          <p:nvPr>
            <p:ph type="pic" sz="quarter" idx="15"/>
          </p:nvPr>
        </p:nvSpPr>
        <p:spPr>
          <a:xfrm>
            <a:off x="7591763" y="2315694"/>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E44CA941-2112-4108-B577-DDB22688A338}" type="datetime1">
              <a:rPr lang="en-US" smtClean="0"/>
              <a:t>9/20/2026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51375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7C0B019-1F65-5FF3-EACC-1DBD4333A0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00064" y="557784"/>
            <a:ext cx="5914085" cy="5780110"/>
          </a:xfrm>
          <a:prstGeom prst="rect">
            <a:avLst/>
          </a:prstGeom>
        </p:spPr>
      </p:pic>
      <p:sp>
        <p:nvSpPr>
          <p:cNvPr id="3" name="Title 1">
            <a:extLst>
              <a:ext uri="{FF2B5EF4-FFF2-40B4-BE49-F238E27FC236}">
                <a16:creationId xmlns:a16="http://schemas.microsoft.com/office/drawing/2014/main" id="{6763DD55-592C-903A-3F9C-A96924CFEAC8}"/>
              </a:ext>
            </a:extLst>
          </p:cNvPr>
          <p:cNvSpPr>
            <a:spLocks noGrp="1"/>
          </p:cNvSpPr>
          <p:nvPr>
            <p:ph type="title"/>
          </p:nvPr>
        </p:nvSpPr>
        <p:spPr>
          <a:xfrm>
            <a:off x="612648" y="907302"/>
            <a:ext cx="4361688" cy="1649694"/>
          </a:xfrm>
        </p:spPr>
        <p:txBody>
          <a:bodyPr anchor="t"/>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4361688"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1">
            <a:extLst>
              <a:ext uri="{FF2B5EF4-FFF2-40B4-BE49-F238E27FC236}">
                <a16:creationId xmlns:a16="http://schemas.microsoft.com/office/drawing/2014/main" id="{051C0813-C057-2B90-9C5A-3AE995C89739}"/>
              </a:ext>
            </a:extLst>
          </p:cNvPr>
          <p:cNvSpPr>
            <a:spLocks noGrp="1"/>
          </p:cNvSpPr>
          <p:nvPr>
            <p:ph type="pic" sz="quarter" idx="15"/>
          </p:nvPr>
        </p:nvSpPr>
        <p:spPr>
          <a:xfrm>
            <a:off x="6071625" y="862357"/>
            <a:ext cx="5170964" cy="5170964"/>
          </a:xfrm>
          <a:custGeom>
            <a:avLst/>
            <a:gdLst>
              <a:gd name="connsiteX0" fmla="*/ 2585482 w 5170964"/>
              <a:gd name="connsiteY0" fmla="*/ 0 h 5170964"/>
              <a:gd name="connsiteX1" fmla="*/ 5170964 w 5170964"/>
              <a:gd name="connsiteY1" fmla="*/ 2585482 h 5170964"/>
              <a:gd name="connsiteX2" fmla="*/ 2585482 w 5170964"/>
              <a:gd name="connsiteY2" fmla="*/ 5170964 h 5170964"/>
              <a:gd name="connsiteX3" fmla="*/ 0 w 5170964"/>
              <a:gd name="connsiteY3" fmla="*/ 2585482 h 5170964"/>
              <a:gd name="connsiteX4" fmla="*/ 2585482 w 5170964"/>
              <a:gd name="connsiteY4" fmla="*/ 0 h 517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0964" h="5170964">
                <a:moveTo>
                  <a:pt x="2585482" y="0"/>
                </a:moveTo>
                <a:cubicBezTo>
                  <a:pt x="4013405" y="0"/>
                  <a:pt x="5170964" y="1157560"/>
                  <a:pt x="5170964" y="2585482"/>
                </a:cubicBezTo>
                <a:cubicBezTo>
                  <a:pt x="5170964" y="4013405"/>
                  <a:pt x="4013405" y="5170964"/>
                  <a:pt x="2585482" y="5170964"/>
                </a:cubicBezTo>
                <a:cubicBezTo>
                  <a:pt x="1157560" y="5170964"/>
                  <a:pt x="0" y="4013405"/>
                  <a:pt x="0" y="2585482"/>
                </a:cubicBezTo>
                <a:cubicBezTo>
                  <a:pt x="0" y="1157560"/>
                  <a:pt x="1157560" y="0"/>
                  <a:pt x="2585482"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347132" y="6529916"/>
            <a:ext cx="3284341" cy="328084"/>
          </a:xfrm>
          <a:prstGeom prst="rect">
            <a:avLst/>
          </a:prstGeom>
        </p:spPr>
        <p:txBody>
          <a:bodyPr/>
          <a:lstStyle/>
          <a:p>
            <a:fld id="{7D3302DA-6AFE-4F11-B5FB-C17B82EA8578}" type="datetime1">
              <a:rPr lang="en-US" smtClean="0"/>
              <a:t>9/20/2026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921128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967907A-96CA-89D9-9FD8-C85BFFEAF6EB}"/>
              </a:ext>
            </a:extLst>
          </p:cNvPr>
          <p:cNvSpPr>
            <a:spLocks noGrp="1"/>
          </p:cNvSpPr>
          <p:nvPr>
            <p:ph type="title"/>
          </p:nvPr>
        </p:nvSpPr>
        <p:spPr>
          <a:xfrm>
            <a:off x="860316" y="4421770"/>
            <a:ext cx="10499656" cy="1528927"/>
          </a:xfrm>
        </p:spPr>
        <p:txBody>
          <a:bodyPr>
            <a:normAutofit/>
          </a:bodyPr>
          <a:lstStyle>
            <a:lvl1pPr algn="l">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824A94E6-CFC2-45CB-1F4E-C00A6DA2F700}"/>
              </a:ext>
            </a:extLst>
          </p:cNvPr>
          <p:cNvSpPr>
            <a:spLocks noGrp="1"/>
          </p:cNvSpPr>
          <p:nvPr>
            <p:ph sz="quarter" idx="13" hasCustomPrompt="1"/>
          </p:nvPr>
        </p:nvSpPr>
        <p:spPr>
          <a:xfrm>
            <a:off x="866336" y="1330310"/>
            <a:ext cx="10499656" cy="3273331"/>
          </a:xfrm>
        </p:spPr>
        <p:txBody>
          <a:bodyPr anchor="b">
            <a:normAutofit/>
          </a:bodyPr>
          <a:lstStyle>
            <a:lvl1pPr marL="0" indent="0" algn="l">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C3619648-D57F-48C1-8026-D656192BFCE5}" type="datetime1">
              <a:rPr lang="en-US" smtClean="0"/>
              <a:t>9/20/2026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9" name="Rectangle: Rounded Corners 8">
            <a:extLst>
              <a:ext uri="{FF2B5EF4-FFF2-40B4-BE49-F238E27FC236}">
                <a16:creationId xmlns:a16="http://schemas.microsoft.com/office/drawing/2014/main" id="{FA1F52FC-EB68-58F2-85B1-6235B55362A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783877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804120"/>
            <a:ext cx="10543032" cy="4206240"/>
          </a:xfrm>
        </p:spPr>
        <p:txBody>
          <a:bodyPr anchor="b">
            <a:normAutofit/>
          </a:bodyPr>
          <a:lstStyle>
            <a:lvl1pPr marL="0" indent="0" algn="ctr">
              <a:lnSpc>
                <a:spcPct val="90000"/>
              </a:lnSpc>
              <a:buNone/>
              <a:defRPr sz="232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D7688EBA-E81D-4EC6-8C2B-03A401A980DE}" type="datetime1">
              <a:rPr lang="en-US" smtClean="0"/>
              <a:t>9/20/2026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7ACAAB8A-DD1F-F240-8651-22FAC159B42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476681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421770"/>
            <a:ext cx="7525512" cy="1933310"/>
          </a:xfrm>
        </p:spPr>
        <p:txBody>
          <a:bodyPr>
            <a:normAutofit/>
          </a:bodyPr>
          <a:lstStyle>
            <a:lvl1pPr algn="ctr">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353387"/>
            <a:ext cx="10543032" cy="3273331"/>
          </a:xfrm>
        </p:spPr>
        <p:txBody>
          <a:bodyPr anchor="b">
            <a:normAutofit/>
          </a:bodyPr>
          <a:lstStyle>
            <a:lvl1pPr marL="0" indent="0" algn="ctr">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175A1B29-DFBD-4673-8328-3ED6619AAB50}" type="datetime1">
              <a:rPr lang="en-US" smtClean="0"/>
              <a:t>9/20/2026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A42EF41C-4509-4150-C0F1-83BB756ACF5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9724529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63662" y="561268"/>
            <a:ext cx="9264676" cy="5735465"/>
          </a:xfrm>
        </p:spPr>
        <p:txBody>
          <a:bodyPr anchor="ctr">
            <a:noAutofit/>
          </a:bodyPr>
          <a:lstStyle>
            <a:lvl1pPr marL="0" indent="0" algn="ctr">
              <a:lnSpc>
                <a:spcPct val="80000"/>
              </a:lnSpc>
              <a:buNone/>
              <a:defRPr lang="en-US" sz="6600" b="0" kern="1200" cap="all" baseline="0" dirty="0">
                <a:solidFill>
                  <a:schemeClr val="tx1"/>
                </a:solidFill>
                <a:latin typeface="+mj-lt"/>
                <a:ea typeface="+mj-ea"/>
                <a:cs typeface="+mj-cs"/>
              </a:defRPr>
            </a:lvl1pPr>
            <a:lvl2pPr marL="228600" indent="0" algn="ctr">
              <a:lnSpc>
                <a:spcPct val="80000"/>
              </a:lnSpc>
              <a:buNone/>
              <a:defRPr lang="en-US" sz="6600" b="0" kern="1200" cap="all" baseline="0" dirty="0">
                <a:solidFill>
                  <a:schemeClr val="tx1"/>
                </a:solidFill>
                <a:latin typeface="+mj-lt"/>
                <a:ea typeface="+mj-ea"/>
                <a:cs typeface="+mj-cs"/>
              </a:defRPr>
            </a:lvl2pPr>
            <a:lvl3pPr marL="457200" indent="0" algn="ctr">
              <a:lnSpc>
                <a:spcPct val="80000"/>
              </a:lnSpc>
              <a:buNone/>
              <a:defRPr lang="en-US" sz="6600" b="0" kern="1200" cap="all" baseline="0" dirty="0">
                <a:solidFill>
                  <a:schemeClr val="tx1"/>
                </a:solidFill>
                <a:latin typeface="+mj-lt"/>
                <a:ea typeface="+mj-ea"/>
                <a:cs typeface="+mj-cs"/>
              </a:defRPr>
            </a:lvl3pPr>
            <a:lvl4pPr marL="685800" indent="0" algn="ctr">
              <a:lnSpc>
                <a:spcPct val="100000"/>
              </a:lnSpc>
              <a:buNone/>
              <a:defRPr lang="en-US" sz="8000" b="1" kern="1200" cap="all" baseline="0" dirty="0">
                <a:solidFill>
                  <a:schemeClr val="tx1"/>
                </a:solidFill>
                <a:latin typeface="Playfair Display Black" pitchFamily="2" charset="0"/>
                <a:ea typeface="+mj-ea"/>
                <a:cs typeface="+mj-cs"/>
              </a:defRPr>
            </a:lvl4pPr>
            <a:lvl5pPr marL="914400" indent="0" algn="ctr">
              <a:lnSpc>
                <a:spcPct val="100000"/>
              </a:lnSpc>
              <a:buNone/>
              <a:defRPr lang="en-US" sz="8000" b="1" kern="1200" cap="all" baseline="0" dirty="0">
                <a:solidFill>
                  <a:schemeClr val="tx1"/>
                </a:solidFill>
                <a:latin typeface="Playfair Display Black" pitchFamily="2" charset="0"/>
                <a:ea typeface="+mj-ea"/>
                <a:cs typeface="+mj-cs"/>
              </a:defRPr>
            </a:lvl5pPr>
          </a:lstStyle>
          <a:p>
            <a:pPr lvl="0"/>
            <a:r>
              <a:rPr lang="en-US" dirty="0"/>
              <a:t>Click to add Statement</a:t>
            </a:r>
          </a:p>
          <a:p>
            <a:pPr lvl="1"/>
            <a:r>
              <a:rPr lang="en-US" dirty="0"/>
              <a:t>Second level</a:t>
            </a:r>
          </a:p>
          <a:p>
            <a:pPr lvl="2"/>
            <a:r>
              <a:rPr lang="en-US" dirty="0"/>
              <a:t>Third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E7C9592F-4A0D-4D12-B47E-4A7D843B26AD}" type="datetime1">
              <a:rPr lang="en-US" smtClean="0"/>
              <a:t>9/20/2026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9" name="Rectangle: Rounded Corners 8">
            <a:extLst>
              <a:ext uri="{FF2B5EF4-FFF2-40B4-BE49-F238E27FC236}">
                <a16:creationId xmlns:a16="http://schemas.microsoft.com/office/drawing/2014/main" id="{244775AE-F67F-CB44-1D87-AB4D287818A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476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90F78A7-ED9B-4802-8C3B-8810C7632A95}" type="datetime1">
              <a:rPr lang="en-US" smtClean="0"/>
              <a:t>9/20/2026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734D2A7D-7433-3BD7-B540-CAF81289672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083692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4F266F9-F826-45A4-93B2-4F421185E715}" type="datetime1">
              <a:rPr lang="en-US" smtClean="0"/>
              <a:t>9/20/2026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0F6FAFB8-6136-DD3A-86C3-855ED940D6F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529681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34321655-180C-E5FF-5EBA-CB7C8C900534}"/>
              </a:ext>
            </a:extLst>
          </p:cNvPr>
          <p:cNvPicPr>
            <a:picLocks noChangeAspect="1"/>
          </p:cNvPicPr>
          <p:nvPr/>
        </p:nvPicPr>
        <p:blipFill>
          <a:blip r:embed="rId2">
            <a:extLst>
              <a:ext uri="{28A0092B-C50C-407E-A947-70E740481C1C}">
                <a14:useLocalDpi xmlns:a14="http://schemas.microsoft.com/office/drawing/2010/main" val="0"/>
              </a:ext>
            </a:extLst>
          </a:blip>
          <a:srcRect t="6267"/>
          <a:stretch/>
        </p:blipFill>
        <p:spPr>
          <a:xfrm>
            <a:off x="492638" y="0"/>
            <a:ext cx="4471248" cy="4191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050322" y="5137616"/>
            <a:ext cx="8054173" cy="466344"/>
          </a:xfrm>
        </p:spPr>
        <p:txBody>
          <a:bodyPr anchor="ctr">
            <a:normAutofit/>
          </a:bodyPr>
          <a:lstStyle>
            <a:lvl1pPr>
              <a:lnSpc>
                <a:spcPct val="120000"/>
              </a:lnSpc>
              <a:defRPr sz="1800" cap="none"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393371" y="1188720"/>
            <a:ext cx="8593017" cy="2174966"/>
          </a:xfrm>
        </p:spPr>
        <p:txBody>
          <a:bodyPr anchor="b">
            <a:normAutofit/>
          </a:bodyPr>
          <a:lstStyle>
            <a:lvl1pPr marL="0" indent="-457200" defTabSz="914400">
              <a:lnSpc>
                <a:spcPct val="80000"/>
              </a:lnSpc>
              <a:spcBef>
                <a:spcPts val="0"/>
              </a:spcBef>
              <a:buNone/>
              <a:defRPr sz="45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DB6CF73C-93E7-489E-AE2B-E246A7DB6D93}" type="datetime1">
              <a:rPr lang="en-US" smtClean="0"/>
              <a:t>9/20/2026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0659926F-2327-8B2D-085E-499F8F38779A}"/>
              </a:ext>
            </a:extLst>
          </p:cNvPr>
          <p:cNvCxnSpPr/>
          <p:nvPr/>
        </p:nvCxnSpPr>
        <p:spPr>
          <a:xfrm>
            <a:off x="1551214" y="3477986"/>
            <a:ext cx="0" cy="1992085"/>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99773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80000"/>
              </a:lnSpc>
              <a:spcBef>
                <a:spcPts val="0"/>
              </a:spcBef>
              <a:buNone/>
              <a:defRPr sz="40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A15AF2BE-7E3A-4323-8AD1-6D4FF44FD8E1}" type="datetime1">
              <a:rPr lang="en-US" smtClean="0"/>
              <a:t>9/20/2026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CF5A24BE-62EC-1D31-CC8C-91D6C09F822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897118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80000"/>
              </a:lnSpc>
              <a:spcBef>
                <a:spcPts val="0"/>
              </a:spcBef>
              <a:buNone/>
              <a:defRPr sz="42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CB8FD7DB-FD7D-41C7-A7D0-5BAC7B3F1054}" type="datetime1">
              <a:rPr lang="en-US" smtClean="0"/>
              <a:t>9/20/2026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0CC92CDB-3DCC-F547-8EEC-BE14157A425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031823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F63BBBA-62F7-DBEC-F9CF-7226CF22297D}"/>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4" name="Text Placeholder 10">
            <a:extLst>
              <a:ext uri="{FF2B5EF4-FFF2-40B4-BE49-F238E27FC236}">
                <a16:creationId xmlns:a16="http://schemas.microsoft.com/office/drawing/2014/main" id="{70C6923B-FF9D-B437-5588-878AF0F8A070}"/>
              </a:ext>
            </a:extLst>
          </p:cNvPr>
          <p:cNvSpPr>
            <a:spLocks noGrp="1"/>
          </p:cNvSpPr>
          <p:nvPr>
            <p:ph type="body" sz="quarter" idx="13"/>
          </p:nvPr>
        </p:nvSpPr>
        <p:spPr>
          <a:xfrm>
            <a:off x="860892"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32312870-557C-564C-3520-F00CB9BF524F}"/>
              </a:ext>
            </a:extLst>
          </p:cNvPr>
          <p:cNvSpPr>
            <a:spLocks noGrp="1"/>
          </p:cNvSpPr>
          <p:nvPr>
            <p:ph type="body" sz="quarter" idx="15"/>
          </p:nvPr>
        </p:nvSpPr>
        <p:spPr>
          <a:xfrm>
            <a:off x="6285157"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7586B0B4-0F2D-499F-B46F-F681523A05A0}" type="datetime1">
              <a:rPr lang="en-US" smtClean="0"/>
              <a:t>9/20/2026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3" name="Rectangle: Rounded Corners 12">
            <a:extLst>
              <a:ext uri="{FF2B5EF4-FFF2-40B4-BE49-F238E27FC236}">
                <a16:creationId xmlns:a16="http://schemas.microsoft.com/office/drawing/2014/main" id="{FB15031E-7D6B-5DB2-0949-3226C3A6B5E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26908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94C7CB3-8309-EE97-00D8-73D90094F0D7}"/>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60893"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ext Placeholder 2">
            <a:extLst>
              <a:ext uri="{FF2B5EF4-FFF2-40B4-BE49-F238E27FC236}">
                <a16:creationId xmlns:a16="http://schemas.microsoft.com/office/drawing/2014/main" id="{8CF4B8FC-8114-F896-19E9-61BFDBF1E798}"/>
              </a:ext>
            </a:extLst>
          </p:cNvPr>
          <p:cNvSpPr>
            <a:spLocks noGrp="1"/>
          </p:cNvSpPr>
          <p:nvPr>
            <p:ph type="body" idx="14"/>
          </p:nvPr>
        </p:nvSpPr>
        <p:spPr>
          <a:xfrm>
            <a:off x="6285158"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60892"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0">
            <a:extLst>
              <a:ext uri="{FF2B5EF4-FFF2-40B4-BE49-F238E27FC236}">
                <a16:creationId xmlns:a16="http://schemas.microsoft.com/office/drawing/2014/main" id="{BA05586D-8745-CB79-26DE-BB05CF6BF805}"/>
              </a:ext>
            </a:extLst>
          </p:cNvPr>
          <p:cNvSpPr>
            <a:spLocks noGrp="1"/>
          </p:cNvSpPr>
          <p:nvPr>
            <p:ph type="body" sz="quarter" idx="15"/>
          </p:nvPr>
        </p:nvSpPr>
        <p:spPr>
          <a:xfrm>
            <a:off x="6285157"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347132" y="6529916"/>
            <a:ext cx="3284341" cy="328084"/>
          </a:xfrm>
          <a:prstGeom prst="rect">
            <a:avLst/>
          </a:prstGeom>
        </p:spPr>
        <p:txBody>
          <a:bodyPr/>
          <a:lstStyle/>
          <a:p>
            <a:fld id="{01266551-E982-43FB-8EB6-73FB0E4FDF12}" type="datetime1">
              <a:rPr lang="en-US" smtClean="0"/>
              <a:t>9/20/2026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2" name="Rectangle: Rounded Corners 11">
            <a:extLst>
              <a:ext uri="{FF2B5EF4-FFF2-40B4-BE49-F238E27FC236}">
                <a16:creationId xmlns:a16="http://schemas.microsoft.com/office/drawing/2014/main" id="{E69FD757-76AB-74D2-BF21-512AF236806B}"/>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543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7CF8608-BD7F-FDF6-C9FE-359BAFBCCEDE}"/>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347132" y="6529916"/>
            <a:ext cx="3284341" cy="328084"/>
          </a:xfrm>
          <a:prstGeom prst="rect">
            <a:avLst/>
          </a:prstGeom>
        </p:spPr>
        <p:txBody>
          <a:bodyPr/>
          <a:lstStyle/>
          <a:p>
            <a:fld id="{6F57FA73-4BE2-4237-90E8-28123CE1B9FA}" type="datetime1">
              <a:rPr lang="en-US" smtClean="0"/>
              <a:t>9/20/2026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144ABFCC-D627-9493-2426-A6E5682EEBD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78191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347132" y="6529916"/>
            <a:ext cx="3284341" cy="328084"/>
          </a:xfrm>
          <a:prstGeom prst="rect">
            <a:avLst/>
          </a:prstGeom>
        </p:spPr>
        <p:txBody>
          <a:bodyPr/>
          <a:lstStyle/>
          <a:p>
            <a:fld id="{68BA1E88-22B3-4091-902C-19D6AD2267FE}" type="datetime1">
              <a:rPr lang="en-US" smtClean="0"/>
              <a:t>9/20/2026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694126D0-8C62-BE14-DAD7-1281C05B8DCA}"/>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60693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347132" y="6529916"/>
            <a:ext cx="3284341" cy="328084"/>
          </a:xfrm>
          <a:prstGeom prst="rect">
            <a:avLst/>
          </a:prstGeom>
        </p:spPr>
        <p:txBody>
          <a:bodyPr/>
          <a:lstStyle/>
          <a:p>
            <a:fld id="{82EFC53A-E163-43E4-9309-C62B24E59229}" type="datetime1">
              <a:rPr lang="en-US" smtClean="0"/>
              <a:t>9/20/2026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687596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1847088"/>
            <a:ext cx="7342307" cy="1133856"/>
          </a:xfrm>
        </p:spPr>
        <p:txBody>
          <a:bodyPr anchor="b">
            <a:noAutofit/>
          </a:bodyPr>
          <a:lstStyle>
            <a:lvl1pPr>
              <a:defRPr sz="6000">
                <a:latin typeface="+mj-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59536" y="3594099"/>
            <a:ext cx="10472928"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F57D2C4C-3CEB-4A3F-A850-2A701BAB5B4F}" type="datetime1">
              <a:rPr lang="en-US" smtClean="0"/>
              <a:t>9/20/2026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60F630EC-9C35-9636-5C2F-9B305B2CCE3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6384798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515E74ED-2A6E-80D7-2247-FD12F261259F}"/>
              </a:ext>
            </a:extLst>
          </p:cNvPr>
          <p:cNvPicPr>
            <a:picLocks noChangeAspect="1"/>
          </p:cNvPicPr>
          <p:nvPr/>
        </p:nvPicPr>
        <p:blipFill>
          <a:blip r:embed="rId2">
            <a:extLst>
              <a:ext uri="{28A0092B-C50C-407E-A947-70E740481C1C}">
                <a14:useLocalDpi xmlns:a14="http://schemas.microsoft.com/office/drawing/2010/main" val="0"/>
              </a:ext>
            </a:extLst>
          </a:blip>
          <a:srcRect t="47100"/>
          <a:stretch/>
        </p:blipFill>
        <p:spPr>
          <a:xfrm>
            <a:off x="462641" y="0"/>
            <a:ext cx="8989429" cy="475542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30857" y="3603170"/>
            <a:ext cx="7014009" cy="1507672"/>
          </a:xfrm>
        </p:spPr>
        <p:txBody>
          <a:bodyPr anchor="b">
            <a:noAutofit/>
          </a:bodyPr>
          <a:lstStyle>
            <a:lvl1pPr>
              <a:defRPr sz="4500">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4133" y="5480958"/>
            <a:ext cx="6360733" cy="744158"/>
          </a:xfrm>
        </p:spPr>
        <p:txBody>
          <a:bodyPr anchor="b">
            <a:noAutofit/>
          </a:bodyPr>
          <a:lstStyle>
            <a:lvl1pPr marL="0" indent="0">
              <a:lnSpc>
                <a:spcPct val="110000"/>
              </a:lnSpc>
              <a:buNone/>
              <a:defRPr sz="1800"/>
            </a:lvl1pPr>
            <a:lvl2pPr marL="228600" indent="0">
              <a:lnSpc>
                <a:spcPct val="110000"/>
              </a:lnSpc>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ABC5762-7F5E-4C8D-B27D-8990A68BB18F}" type="datetime1">
              <a:rPr lang="en-US" smtClean="0"/>
              <a:t>9/20/2026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BB055BD5-F132-7EB0-787E-04988310DC8B}"/>
              </a:ext>
            </a:extLst>
          </p:cNvPr>
          <p:cNvCxnSpPr>
            <a:cxnSpLocks/>
          </p:cNvCxnSpPr>
          <p:nvPr/>
        </p:nvCxnSpPr>
        <p:spPr>
          <a:xfrm>
            <a:off x="4985657" y="5238749"/>
            <a:ext cx="0" cy="882741"/>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219632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Autofit/>
          </a:bodyPr>
          <a:lstStyle/>
          <a:p>
            <a:r>
              <a:rPr lang="en-US" dirty="0"/>
              <a:t>Click to edit Master </a:t>
            </a:r>
            <a:br>
              <a:rPr lang="en-US" dirty="0"/>
            </a:br>
            <a:r>
              <a:rPr lang="en-US" dirty="0"/>
              <a:t>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47132" y="6529916"/>
            <a:ext cx="3284341" cy="328084"/>
          </a:xfrm>
          <a:prstGeom prst="rect">
            <a:avLst/>
          </a:prstGeom>
        </p:spPr>
        <p:txBody>
          <a:bodyPr vert="horz" lIns="91440" tIns="45720" rIns="91440" bIns="45720" rtlCol="0" anchor="ctr"/>
          <a:lstStyle>
            <a:lvl1pPr algn="l">
              <a:defRPr sz="900">
                <a:solidFill>
                  <a:schemeClr val="tx1"/>
                </a:solidFill>
              </a:defRPr>
            </a:lvl1pPr>
          </a:lstStyle>
          <a:p>
            <a:fld id="{665DFBE8-81F4-46A1-BB38-C49D79C4F68D}" type="datetime1">
              <a:rPr lang="en-US" smtClean="0"/>
              <a:t>9/20/2026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660019" y="6529916"/>
            <a:ext cx="2805405" cy="328084"/>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15660" y="6529916"/>
            <a:ext cx="429207" cy="328084"/>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974754636"/>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77" r:id="rId37"/>
    <p:sldLayoutId id="2147483863" r:id="rId38"/>
    <p:sldLayoutId id="2147483864" r:id="rId39"/>
    <p:sldLayoutId id="2147483865" r:id="rId40"/>
    <p:sldLayoutId id="2147483866" r:id="rId41"/>
    <p:sldLayoutId id="2147483867" r:id="rId42"/>
    <p:sldLayoutId id="2147483868" r:id="rId43"/>
    <p:sldLayoutId id="2147483869" r:id="rId44"/>
    <p:sldLayoutId id="2147483870" r:id="rId45"/>
    <p:sldLayoutId id="2147483871" r:id="rId46"/>
    <p:sldLayoutId id="2147483872" r:id="rId47"/>
    <p:sldLayoutId id="2147483873" r:id="rId48"/>
    <p:sldLayoutId id="2147483874" r:id="rId49"/>
    <p:sldLayoutId id="2147483875" r:id="rId50"/>
    <p:sldLayoutId id="2147483876" r:id="rId51"/>
    <p:sldLayoutId id="2147483878" r:id="rId52"/>
    <p:sldLayoutId id="2147483879" r:id="rId53"/>
  </p:sldLayoutIdLst>
  <p:hf sldNum="0" hdr="0" ftr="0" dt="0"/>
  <p:txStyles>
    <p:title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p:titleStyle>
    <p:body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41.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title"/>
          </p:nvPr>
        </p:nvSpPr>
        <p:spPr>
          <a:xfrm>
            <a:off x="1681578" y="2299317"/>
            <a:ext cx="10125723" cy="3045041"/>
          </a:xfrm>
        </p:spPr>
        <p:txBody>
          <a:bodyPr>
            <a:normAutofit fontScale="90000"/>
          </a:bodyPr>
          <a:lstStyle/>
          <a:p>
            <a:r>
              <a:rPr lang="en-IN" sz="5300" b="1" dirty="0">
                <a:latin typeface="Times New Roman" panose="02020603050405020304" pitchFamily="18" charset="0"/>
                <a:cs typeface="Times New Roman" panose="02020603050405020304" pitchFamily="18" charset="0"/>
              </a:rPr>
              <a:t>Virtual File System &amp; Disk Intelligence Simulator</a:t>
            </a:r>
            <a:br>
              <a:rPr lang="en-IN" b="1"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An Integrated Operating System Simulation Platform</a:t>
            </a:r>
            <a:br>
              <a:rPr lang="en-I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49B3881-4C23-7B2F-414D-6E138A4E1DB7}"/>
              </a:ext>
            </a:extLst>
          </p:cNvPr>
          <p:cNvSpPr txBox="1"/>
          <p:nvPr/>
        </p:nvSpPr>
        <p:spPr>
          <a:xfrm>
            <a:off x="7226423" y="5539666"/>
            <a:ext cx="4767309" cy="707886"/>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Submitted To : </a:t>
            </a:r>
            <a:r>
              <a:rPr lang="en-IN" sz="2000">
                <a:latin typeface="Times New Roman" panose="02020603050405020304" pitchFamily="18" charset="0"/>
                <a:cs typeface="Times New Roman" panose="02020603050405020304" pitchFamily="18" charset="0"/>
              </a:rPr>
              <a:t>Prof. Sonia </a:t>
            </a:r>
            <a:r>
              <a:rPr lang="en-IN" sz="2000" dirty="0">
                <a:latin typeface="Times New Roman" panose="02020603050405020304" pitchFamily="18" charset="0"/>
                <a:cs typeface="Times New Roman" panose="02020603050405020304" pitchFamily="18" charset="0"/>
              </a:rPr>
              <a:t>Relan</a:t>
            </a:r>
          </a:p>
          <a:p>
            <a:r>
              <a:rPr lang="en-IN" sz="2000" dirty="0">
                <a:latin typeface="Times New Roman" panose="02020603050405020304" pitchFamily="18" charset="0"/>
                <a:cs typeface="Times New Roman" panose="02020603050405020304" pitchFamily="18" charset="0"/>
              </a:rPr>
              <a:t>Submitted By : Chavi Maheshwari(N228)</a:t>
            </a:r>
          </a:p>
        </p:txBody>
      </p:sp>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81F35AB-E0FB-4532-0A04-5473A1D469FF}"/>
              </a:ext>
            </a:extLst>
          </p:cNvPr>
          <p:cNvSpPr txBox="1"/>
          <p:nvPr/>
        </p:nvSpPr>
        <p:spPr>
          <a:xfrm>
            <a:off x="2043344" y="541538"/>
            <a:ext cx="8105312"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INTRODUCTION TO VFS NEXUS</a:t>
            </a:r>
          </a:p>
        </p:txBody>
      </p:sp>
      <p:sp>
        <p:nvSpPr>
          <p:cNvPr id="9" name="TextBox 8">
            <a:extLst>
              <a:ext uri="{FF2B5EF4-FFF2-40B4-BE49-F238E27FC236}">
                <a16:creationId xmlns:a16="http://schemas.microsoft.com/office/drawing/2014/main" id="{543CA02D-C8E0-623C-51A2-73DF160FED45}"/>
              </a:ext>
            </a:extLst>
          </p:cNvPr>
          <p:cNvSpPr txBox="1"/>
          <p:nvPr/>
        </p:nvSpPr>
        <p:spPr>
          <a:xfrm>
            <a:off x="692458" y="1580225"/>
            <a:ext cx="10750859" cy="3970318"/>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Operating Systems manage essential resources such as files, storage, threads, synchronization, and disk operations. Understanding these concepts individually can make it difficult to visualize how they work together in an actual system.</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VFS NEXUS is a web-based simulation platform designed to provide a visual and interactive understanding of core Operating System concepts.</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simulator integrates:</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Virtual File System — creation and management of virtual files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Disk Storage — virtual block allocation and storage tracking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Concurrency Control — Readers-Writers synchronization and mutex locks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Disk Scheduling — SCAN, C-SCAN, SSTF and FCFS algorithms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System Pipeline — connects these operations into one complete workflow</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2021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A3610-9582-0A77-D9DB-B8A913CA147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2D1CFF9-612C-3D2E-D1E8-52750C7678DE}"/>
              </a:ext>
            </a:extLst>
          </p:cNvPr>
          <p:cNvPicPr>
            <a:picLocks noChangeAspect="1"/>
          </p:cNvPicPr>
          <p:nvPr/>
        </p:nvPicPr>
        <p:blipFill>
          <a:blip r:embed="rId2"/>
          <a:stretch>
            <a:fillRect/>
          </a:stretch>
        </p:blipFill>
        <p:spPr>
          <a:xfrm>
            <a:off x="1784411" y="931418"/>
            <a:ext cx="8309499" cy="4488535"/>
          </a:xfrm>
          <a:prstGeom prst="rect">
            <a:avLst/>
          </a:prstGeom>
        </p:spPr>
      </p:pic>
      <p:sp>
        <p:nvSpPr>
          <p:cNvPr id="4" name="TextBox 3">
            <a:extLst>
              <a:ext uri="{FF2B5EF4-FFF2-40B4-BE49-F238E27FC236}">
                <a16:creationId xmlns:a16="http://schemas.microsoft.com/office/drawing/2014/main" id="{D72E2ED4-9364-BECF-7C1E-4437C405E4CA}"/>
              </a:ext>
            </a:extLst>
          </p:cNvPr>
          <p:cNvSpPr txBox="1"/>
          <p:nvPr/>
        </p:nvSpPr>
        <p:spPr>
          <a:xfrm>
            <a:off x="4554245" y="5646198"/>
            <a:ext cx="2654423"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DASHBOARD</a:t>
            </a:r>
          </a:p>
        </p:txBody>
      </p:sp>
    </p:spTree>
    <p:extLst>
      <p:ext uri="{BB962C8B-B14F-4D97-AF65-F5344CB8AC3E}">
        <p14:creationId xmlns:p14="http://schemas.microsoft.com/office/powerpoint/2010/main" val="3470361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2AF82-80F7-7888-4465-9DC3872BB2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6381A38-B3D4-D1FA-1B8E-791CE56B2562}"/>
              </a:ext>
            </a:extLst>
          </p:cNvPr>
          <p:cNvSpPr txBox="1"/>
          <p:nvPr/>
        </p:nvSpPr>
        <p:spPr>
          <a:xfrm>
            <a:off x="1713390" y="488272"/>
            <a:ext cx="8629095"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PROBLEM STATEMENT &amp; OBJECTIVES</a:t>
            </a:r>
          </a:p>
        </p:txBody>
      </p:sp>
      <p:sp>
        <p:nvSpPr>
          <p:cNvPr id="5" name="TextBox 4">
            <a:extLst>
              <a:ext uri="{FF2B5EF4-FFF2-40B4-BE49-F238E27FC236}">
                <a16:creationId xmlns:a16="http://schemas.microsoft.com/office/drawing/2014/main" id="{5365D915-8626-F9B9-C02D-F17B3AFC706E}"/>
              </a:ext>
            </a:extLst>
          </p:cNvPr>
          <p:cNvSpPr txBox="1"/>
          <p:nvPr/>
        </p:nvSpPr>
        <p:spPr>
          <a:xfrm>
            <a:off x="701335" y="1340528"/>
            <a:ext cx="5394666" cy="4801314"/>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PROBLEM STATEMENT</a:t>
            </a:r>
          </a:p>
          <a:p>
            <a:pPr algn="just"/>
            <a:r>
              <a:rPr lang="en-IN" dirty="0">
                <a:latin typeface="Times New Roman" panose="02020603050405020304" pitchFamily="18" charset="0"/>
                <a:cs typeface="Times New Roman" panose="02020603050405020304" pitchFamily="18" charset="0"/>
              </a:rPr>
              <a:t>Understanding Operating System concepts through theory alone can make it difficult to visualize how different components work during actual execution.</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Key Challenges</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File management and disk storage are difficult to visualize.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Concurrent access by multiple readers and writers requires proper synchronization.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Mutex and locking mechanisms can be difficult to understand practically.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Disk scheduling algorithms involve complex head movement and request ordering.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These concepts are generally demonstrated separately, making their interaction difficult to observe.</a:t>
            </a:r>
          </a:p>
        </p:txBody>
      </p:sp>
      <p:cxnSp>
        <p:nvCxnSpPr>
          <p:cNvPr id="7" name="Straight Connector 6">
            <a:extLst>
              <a:ext uri="{FF2B5EF4-FFF2-40B4-BE49-F238E27FC236}">
                <a16:creationId xmlns:a16="http://schemas.microsoft.com/office/drawing/2014/main" id="{2481C773-7A74-8C01-864D-764607D901EB}"/>
              </a:ext>
            </a:extLst>
          </p:cNvPr>
          <p:cNvCxnSpPr>
            <a:cxnSpLocks/>
          </p:cNvCxnSpPr>
          <p:nvPr/>
        </p:nvCxnSpPr>
        <p:spPr>
          <a:xfrm>
            <a:off x="6024978" y="1340528"/>
            <a:ext cx="35510" cy="4880123"/>
          </a:xfrm>
          <a:prstGeom prst="line">
            <a:avLst/>
          </a:prstGeom>
          <a:ln>
            <a:solidFill>
              <a:srgbClr val="7030A0"/>
            </a:solidFill>
          </a:ln>
        </p:spPr>
        <p:style>
          <a:lnRef idx="3">
            <a:schemeClr val="accent1"/>
          </a:lnRef>
          <a:fillRef idx="0">
            <a:schemeClr val="accent1"/>
          </a:fillRef>
          <a:effectRef idx="2">
            <a:schemeClr val="accent1"/>
          </a:effectRef>
          <a:fontRef idx="minor">
            <a:schemeClr val="tx1"/>
          </a:fontRef>
        </p:style>
      </p:cxnSp>
      <p:sp>
        <p:nvSpPr>
          <p:cNvPr id="13" name="TextBox 12">
            <a:extLst>
              <a:ext uri="{FF2B5EF4-FFF2-40B4-BE49-F238E27FC236}">
                <a16:creationId xmlns:a16="http://schemas.microsoft.com/office/drawing/2014/main" id="{623F4BF0-094E-9B71-D222-04ED2B638F8C}"/>
              </a:ext>
            </a:extLst>
          </p:cNvPr>
          <p:cNvSpPr txBox="1"/>
          <p:nvPr/>
        </p:nvSpPr>
        <p:spPr>
          <a:xfrm>
            <a:off x="6258758" y="1340528"/>
            <a:ext cx="5362113" cy="2585323"/>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PROJECT OBJECTIVES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VFS NEXUS aims to:</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Simulate a Virtual File System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Demonstrate Indexed Block Allocation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Implement Readers-Writers Synchronization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Visualize Mutex and Thread Management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Implement Disk Scheduling Algorithms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Integrate all operations into one OS Pipeline</a:t>
            </a:r>
          </a:p>
        </p:txBody>
      </p:sp>
    </p:spTree>
    <p:extLst>
      <p:ext uri="{BB962C8B-B14F-4D97-AF65-F5344CB8AC3E}">
        <p14:creationId xmlns:p14="http://schemas.microsoft.com/office/powerpoint/2010/main" val="3658841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465D0-6C5C-059E-20B4-B128481575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579E2BE-BB55-B46A-BBA3-C7CC5FDAA962}"/>
              </a:ext>
            </a:extLst>
          </p:cNvPr>
          <p:cNvSpPr txBox="1"/>
          <p:nvPr/>
        </p:nvSpPr>
        <p:spPr>
          <a:xfrm>
            <a:off x="1945689" y="488272"/>
            <a:ext cx="8450063"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INTEGRATED WORKING OF VFS NEXUS</a:t>
            </a:r>
          </a:p>
        </p:txBody>
      </p:sp>
      <p:pic>
        <p:nvPicPr>
          <p:cNvPr id="9" name="Picture 8">
            <a:extLst>
              <a:ext uri="{FF2B5EF4-FFF2-40B4-BE49-F238E27FC236}">
                <a16:creationId xmlns:a16="http://schemas.microsoft.com/office/drawing/2014/main" id="{6B68B9DF-19DF-A4C3-8AA8-FE91F4799D83}"/>
              </a:ext>
            </a:extLst>
          </p:cNvPr>
          <p:cNvPicPr>
            <a:picLocks noChangeAspect="1"/>
          </p:cNvPicPr>
          <p:nvPr/>
        </p:nvPicPr>
        <p:blipFill>
          <a:blip r:embed="rId2"/>
          <a:stretch>
            <a:fillRect/>
          </a:stretch>
        </p:blipFill>
        <p:spPr>
          <a:xfrm>
            <a:off x="2360719" y="938813"/>
            <a:ext cx="7470560" cy="4980373"/>
          </a:xfrm>
          <a:prstGeom prst="rect">
            <a:avLst/>
          </a:prstGeom>
        </p:spPr>
      </p:pic>
    </p:spTree>
    <p:extLst>
      <p:ext uri="{BB962C8B-B14F-4D97-AF65-F5344CB8AC3E}">
        <p14:creationId xmlns:p14="http://schemas.microsoft.com/office/powerpoint/2010/main" val="1827058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38AD6-6203-2752-0826-E465884C34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A3EB75-A699-D49B-FC4A-2ACE6C5F97DF}"/>
              </a:ext>
            </a:extLst>
          </p:cNvPr>
          <p:cNvSpPr txBox="1"/>
          <p:nvPr/>
        </p:nvSpPr>
        <p:spPr>
          <a:xfrm>
            <a:off x="2664780" y="568171"/>
            <a:ext cx="6862439"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VIRTUAL FILE SYSTEM(VFS)</a:t>
            </a:r>
          </a:p>
        </p:txBody>
      </p:sp>
      <p:sp>
        <p:nvSpPr>
          <p:cNvPr id="2" name="TextBox 1">
            <a:extLst>
              <a:ext uri="{FF2B5EF4-FFF2-40B4-BE49-F238E27FC236}">
                <a16:creationId xmlns:a16="http://schemas.microsoft.com/office/drawing/2014/main" id="{EF5A13BB-A67B-1244-E708-9FC35DE118D8}"/>
              </a:ext>
            </a:extLst>
          </p:cNvPr>
          <p:cNvSpPr txBox="1"/>
          <p:nvPr/>
        </p:nvSpPr>
        <p:spPr>
          <a:xfrm>
            <a:off x="414291" y="1475230"/>
            <a:ext cx="4500978" cy="3693319"/>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Managing Files, Directories &amp; Disk Blocks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What VFS Does</a:t>
            </a:r>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Manages files &amp; directories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Allocates virtual disk blocks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Maintains file metadata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Tracks used/free blocks </a:t>
            </a:r>
          </a:p>
          <a:p>
            <a:pPr marL="285750" lvl="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Indexed Block Allocation</a:t>
            </a:r>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Maps files to specific disk blocks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Example: </a:t>
            </a:r>
            <a:r>
              <a:rPr lang="en-IN" b="1" dirty="0">
                <a:latin typeface="Times New Roman" panose="02020603050405020304" pitchFamily="18" charset="0"/>
                <a:cs typeface="Times New Roman" panose="02020603050405020304" pitchFamily="18" charset="0"/>
              </a:rPr>
              <a:t>demo.txt → 1,2</a:t>
            </a:r>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Enables efficient tracking of file storage</a:t>
            </a:r>
          </a:p>
          <a:p>
            <a:pPr algn="just"/>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6741FEB-F38E-D9E1-A816-D47F217E8275}"/>
              </a:ext>
            </a:extLst>
          </p:cNvPr>
          <p:cNvPicPr>
            <a:picLocks noChangeAspect="1"/>
          </p:cNvPicPr>
          <p:nvPr/>
        </p:nvPicPr>
        <p:blipFill>
          <a:blip r:embed="rId2"/>
          <a:stretch>
            <a:fillRect/>
          </a:stretch>
        </p:blipFill>
        <p:spPr>
          <a:xfrm>
            <a:off x="4722920" y="1475230"/>
            <a:ext cx="7057474" cy="3735019"/>
          </a:xfrm>
          <a:prstGeom prst="rect">
            <a:avLst/>
          </a:prstGeom>
        </p:spPr>
      </p:pic>
    </p:spTree>
    <p:extLst>
      <p:ext uri="{BB962C8B-B14F-4D97-AF65-F5344CB8AC3E}">
        <p14:creationId xmlns:p14="http://schemas.microsoft.com/office/powerpoint/2010/main" val="3069965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25E9F-860D-9670-A342-3A7DDF5AA54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534D0D5-9D25-7E75-7212-26772E3E957B}"/>
              </a:ext>
            </a:extLst>
          </p:cNvPr>
          <p:cNvSpPr txBox="1"/>
          <p:nvPr/>
        </p:nvSpPr>
        <p:spPr>
          <a:xfrm>
            <a:off x="1986378" y="529373"/>
            <a:ext cx="8219243"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READER–WRITER SYNCHRONIZATION</a:t>
            </a:r>
          </a:p>
        </p:txBody>
      </p:sp>
      <p:sp>
        <p:nvSpPr>
          <p:cNvPr id="2" name="TextBox 1">
            <a:extLst>
              <a:ext uri="{FF2B5EF4-FFF2-40B4-BE49-F238E27FC236}">
                <a16:creationId xmlns:a16="http://schemas.microsoft.com/office/drawing/2014/main" id="{F1893629-E464-A609-89B5-403B8620A536}"/>
              </a:ext>
            </a:extLst>
          </p:cNvPr>
          <p:cNvSpPr txBox="1"/>
          <p:nvPr/>
        </p:nvSpPr>
        <p:spPr>
          <a:xfrm>
            <a:off x="551895" y="1410398"/>
            <a:ext cx="4500978" cy="4524315"/>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Managing concurrent access to shared files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Why is it needed?</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Multiple threads may access the same file simultaneously. </a:t>
            </a: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Readers</a:t>
            </a:r>
            <a:r>
              <a:rPr lang="en-IN" dirty="0">
                <a:latin typeface="Times New Roman" panose="02020603050405020304" pitchFamily="18" charset="0"/>
                <a:cs typeface="Times New Roman" panose="02020603050405020304" pitchFamily="18" charset="0"/>
              </a:rPr>
              <a:t> can access the file together because they do not modify data.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Writer</a:t>
            </a:r>
            <a:r>
              <a:rPr lang="en-IN" dirty="0">
                <a:latin typeface="Times New Roman" panose="02020603050405020304" pitchFamily="18" charset="0"/>
                <a:cs typeface="Times New Roman" panose="02020603050405020304" pitchFamily="18" charset="0"/>
              </a:rPr>
              <a:t> needs exclusive access to prevent conflicts and inconsistent data.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Reader–Writer Mutex controls which threads can access the file.</a:t>
            </a:r>
          </a:p>
          <a:p>
            <a:pPr marL="285750" lvl="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How It Works</a:t>
            </a:r>
          </a:p>
          <a:p>
            <a:pPr algn="just"/>
            <a:r>
              <a:rPr lang="en-IN" dirty="0">
                <a:latin typeface="Times New Roman" panose="02020603050405020304" pitchFamily="18" charset="0"/>
                <a:cs typeface="Times New Roman" panose="02020603050405020304" pitchFamily="18" charset="0"/>
              </a:rPr>
              <a:t>Reader → Shared Lock → Concurrent Reading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Writer → Exclusive Lock → File Update</a:t>
            </a:r>
          </a:p>
        </p:txBody>
      </p:sp>
      <p:pic>
        <p:nvPicPr>
          <p:cNvPr id="6" name="Picture 5">
            <a:extLst>
              <a:ext uri="{FF2B5EF4-FFF2-40B4-BE49-F238E27FC236}">
                <a16:creationId xmlns:a16="http://schemas.microsoft.com/office/drawing/2014/main" id="{A31FAAAA-DDFA-5B50-22DA-C335A85E1442}"/>
              </a:ext>
            </a:extLst>
          </p:cNvPr>
          <p:cNvPicPr>
            <a:picLocks noChangeAspect="1"/>
          </p:cNvPicPr>
          <p:nvPr/>
        </p:nvPicPr>
        <p:blipFill>
          <a:blip r:embed="rId3"/>
          <a:srcRect b="42959"/>
          <a:stretch>
            <a:fillRect/>
          </a:stretch>
        </p:blipFill>
        <p:spPr>
          <a:xfrm>
            <a:off x="5177160" y="1816017"/>
            <a:ext cx="6591490" cy="3927835"/>
          </a:xfrm>
          <a:prstGeom prst="rect">
            <a:avLst/>
          </a:prstGeom>
        </p:spPr>
      </p:pic>
    </p:spTree>
    <p:extLst>
      <p:ext uri="{BB962C8B-B14F-4D97-AF65-F5344CB8AC3E}">
        <p14:creationId xmlns:p14="http://schemas.microsoft.com/office/powerpoint/2010/main" val="3838969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15D5E-97FC-2AD7-5B97-59D82E8C74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E15B8C-07F6-DAA5-8135-CF612C3885CE}"/>
              </a:ext>
            </a:extLst>
          </p:cNvPr>
          <p:cNvSpPr txBox="1"/>
          <p:nvPr/>
        </p:nvSpPr>
        <p:spPr>
          <a:xfrm>
            <a:off x="2664780" y="497149"/>
            <a:ext cx="6862439"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DISK SCHEDULING</a:t>
            </a:r>
          </a:p>
        </p:txBody>
      </p:sp>
      <p:sp>
        <p:nvSpPr>
          <p:cNvPr id="2" name="TextBox 1">
            <a:extLst>
              <a:ext uri="{FF2B5EF4-FFF2-40B4-BE49-F238E27FC236}">
                <a16:creationId xmlns:a16="http://schemas.microsoft.com/office/drawing/2014/main" id="{97139CC6-A4B7-598A-091A-988371559981}"/>
              </a:ext>
            </a:extLst>
          </p:cNvPr>
          <p:cNvSpPr txBox="1"/>
          <p:nvPr/>
        </p:nvSpPr>
        <p:spPr>
          <a:xfrm>
            <a:off x="463117" y="1081924"/>
            <a:ext cx="7890769" cy="3139321"/>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Optimizing the movement of the disk head</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Why is Disk Scheduling Needed?</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Multiple file operations generate </a:t>
            </a:r>
            <a:r>
              <a:rPr lang="en-IN" b="1" dirty="0">
                <a:latin typeface="Times New Roman" panose="02020603050405020304" pitchFamily="18" charset="0"/>
                <a:cs typeface="Times New Roman" panose="02020603050405020304" pitchFamily="18" charset="0"/>
              </a:rPr>
              <a:t>disk I/O requests</a:t>
            </a:r>
            <a:r>
              <a:rPr lang="en-IN" dirty="0">
                <a:latin typeface="Times New Roman" panose="02020603050405020304" pitchFamily="18" charset="0"/>
                <a:cs typeface="Times New Roman" panose="02020603050405020304" pitchFamily="18" charset="0"/>
              </a:rPr>
              <a:t>.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disk head must move between different </a:t>
            </a:r>
            <a:r>
              <a:rPr lang="en-IN" b="1" dirty="0">
                <a:latin typeface="Times New Roman" panose="02020603050405020304" pitchFamily="18" charset="0"/>
                <a:cs typeface="Times New Roman" panose="02020603050405020304" pitchFamily="18" charset="0"/>
              </a:rPr>
              <a:t>track positions</a:t>
            </a:r>
            <a:r>
              <a:rPr lang="en-IN" dirty="0">
                <a:latin typeface="Times New Roman" panose="02020603050405020304" pitchFamily="18" charset="0"/>
                <a:cs typeface="Times New Roman" panose="02020603050405020304" pitchFamily="18" charset="0"/>
              </a:rPr>
              <a:t>.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Poor request ordering can cause unnecessary head movement.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Disk scheduling algorithms determine the </a:t>
            </a:r>
            <a:r>
              <a:rPr lang="en-IN" b="1" dirty="0">
                <a:latin typeface="Times New Roman" panose="02020603050405020304" pitchFamily="18" charset="0"/>
                <a:cs typeface="Times New Roman" panose="02020603050405020304" pitchFamily="18" charset="0"/>
              </a:rPr>
              <a:t>order in which requests are served</a:t>
            </a:r>
            <a:r>
              <a:rPr lang="en-IN" dirty="0">
                <a:latin typeface="Times New Roman" panose="02020603050405020304" pitchFamily="18" charset="0"/>
                <a:cs typeface="Times New Roman" panose="02020603050405020304" pitchFamily="18" charset="0"/>
              </a:rPr>
              <a:t>.</a:t>
            </a:r>
          </a:p>
          <a:p>
            <a:pPr lvl="0" algn="just"/>
            <a:endParaRPr lang="en-IN" dirty="0">
              <a:latin typeface="Times New Roman" panose="02020603050405020304" pitchFamily="18" charset="0"/>
              <a:cs typeface="Times New Roman" panose="02020603050405020304" pitchFamily="18" charset="0"/>
            </a:endParaRPr>
          </a:p>
          <a:p>
            <a:pPr lvl="0" algn="just"/>
            <a:r>
              <a:rPr lang="en-IN" dirty="0">
                <a:latin typeface="Times New Roman" panose="02020603050405020304" pitchFamily="18" charset="0"/>
                <a:cs typeface="Times New Roman" panose="02020603050405020304" pitchFamily="18" charset="0"/>
              </a:rPr>
              <a:t>Algorithms Implemented</a:t>
            </a:r>
          </a:p>
          <a:p>
            <a:pPr lvl="0"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9036F2A9-9C03-71B4-2EA6-37D61B8456A4}"/>
              </a:ext>
            </a:extLst>
          </p:cNvPr>
          <p:cNvGraphicFramePr>
            <a:graphicFrameLocks noGrp="1"/>
          </p:cNvGraphicFramePr>
          <p:nvPr>
            <p:extLst>
              <p:ext uri="{D42A27DB-BD31-4B8C-83A1-F6EECF244321}">
                <p14:modId xmlns:p14="http://schemas.microsoft.com/office/powerpoint/2010/main" val="35421804"/>
              </p:ext>
            </p:extLst>
          </p:nvPr>
        </p:nvGraphicFramePr>
        <p:xfrm>
          <a:off x="463117" y="3745126"/>
          <a:ext cx="9186910" cy="2615725"/>
        </p:xfrm>
        <a:graphic>
          <a:graphicData uri="http://schemas.openxmlformats.org/drawingml/2006/table">
            <a:tbl>
              <a:tblPr>
                <a:tableStyleId>{5940675A-B579-460E-94D1-54222C63F5DA}</a:tableStyleId>
              </a:tblPr>
              <a:tblGrid>
                <a:gridCol w="4593455">
                  <a:extLst>
                    <a:ext uri="{9D8B030D-6E8A-4147-A177-3AD203B41FA5}">
                      <a16:colId xmlns:a16="http://schemas.microsoft.com/office/drawing/2014/main" val="4284420606"/>
                    </a:ext>
                  </a:extLst>
                </a:gridCol>
                <a:gridCol w="4593455">
                  <a:extLst>
                    <a:ext uri="{9D8B030D-6E8A-4147-A177-3AD203B41FA5}">
                      <a16:colId xmlns:a16="http://schemas.microsoft.com/office/drawing/2014/main" val="3060963390"/>
                    </a:ext>
                  </a:extLst>
                </a:gridCol>
              </a:tblGrid>
              <a:tr h="345169">
                <a:tc>
                  <a:txBody>
                    <a:bodyPr/>
                    <a:lstStyle/>
                    <a:p>
                      <a:pPr algn="just">
                        <a:buNone/>
                      </a:pPr>
                      <a:r>
                        <a:rPr lang="en-IN" sz="1800" dirty="0">
                          <a:latin typeface="Times New Roman" panose="02020603050405020304" pitchFamily="18" charset="0"/>
                          <a:cs typeface="Times New Roman" panose="02020603050405020304" pitchFamily="18" charset="0"/>
                        </a:rPr>
                        <a:t>Algorithm</a:t>
                      </a:r>
                    </a:p>
                  </a:txBody>
                  <a:tcPr anchor="ctr"/>
                </a:tc>
                <a:tc>
                  <a:txBody>
                    <a:bodyPr/>
                    <a:lstStyle/>
                    <a:p>
                      <a:pPr algn="just">
                        <a:buNone/>
                      </a:pPr>
                      <a:r>
                        <a:rPr lang="en-IN" sz="1800">
                          <a:latin typeface="Times New Roman" panose="02020603050405020304" pitchFamily="18" charset="0"/>
                          <a:cs typeface="Times New Roman" panose="02020603050405020304" pitchFamily="18" charset="0"/>
                        </a:rPr>
                        <a:t>Basic Idea</a:t>
                      </a:r>
                    </a:p>
                  </a:txBody>
                  <a:tcPr anchor="ctr"/>
                </a:tc>
                <a:extLst>
                  <a:ext uri="{0D108BD9-81ED-4DB2-BD59-A6C34878D82A}">
                    <a16:rowId xmlns:a16="http://schemas.microsoft.com/office/drawing/2014/main" val="2102882805"/>
                  </a:ext>
                </a:extLst>
              </a:tr>
              <a:tr h="345169">
                <a:tc>
                  <a:txBody>
                    <a:bodyPr/>
                    <a:lstStyle/>
                    <a:p>
                      <a:pPr algn="just">
                        <a:buNone/>
                      </a:pPr>
                      <a:r>
                        <a:rPr lang="en-IN" sz="1800">
                          <a:latin typeface="Times New Roman" panose="02020603050405020304" pitchFamily="18" charset="0"/>
                          <a:cs typeface="Times New Roman" panose="02020603050405020304" pitchFamily="18" charset="0"/>
                        </a:rPr>
                        <a:t>FCFS</a:t>
                      </a:r>
                    </a:p>
                  </a:txBody>
                  <a:tcPr anchor="ctr"/>
                </a:tc>
                <a:tc>
                  <a:txBody>
                    <a:bodyPr/>
                    <a:lstStyle/>
                    <a:p>
                      <a:pPr algn="just">
                        <a:buNone/>
                      </a:pPr>
                      <a:r>
                        <a:rPr lang="en-IN" sz="1800">
                          <a:latin typeface="Times New Roman" panose="02020603050405020304" pitchFamily="18" charset="0"/>
                          <a:cs typeface="Times New Roman" panose="02020603050405020304" pitchFamily="18" charset="0"/>
                        </a:rPr>
                        <a:t>Services requests in the order they arrive</a:t>
                      </a:r>
                    </a:p>
                  </a:txBody>
                  <a:tcPr anchor="ctr"/>
                </a:tc>
                <a:extLst>
                  <a:ext uri="{0D108BD9-81ED-4DB2-BD59-A6C34878D82A}">
                    <a16:rowId xmlns:a16="http://schemas.microsoft.com/office/drawing/2014/main" val="1278788134"/>
                  </a:ext>
                </a:extLst>
              </a:tr>
              <a:tr h="604045">
                <a:tc>
                  <a:txBody>
                    <a:bodyPr/>
                    <a:lstStyle/>
                    <a:p>
                      <a:pPr algn="just">
                        <a:buNone/>
                      </a:pPr>
                      <a:r>
                        <a:rPr lang="en-IN" sz="1800">
                          <a:latin typeface="Times New Roman" panose="02020603050405020304" pitchFamily="18" charset="0"/>
                          <a:cs typeface="Times New Roman" panose="02020603050405020304" pitchFamily="18" charset="0"/>
                        </a:rPr>
                        <a:t>SSTF</a:t>
                      </a:r>
                    </a:p>
                  </a:txBody>
                  <a:tcPr anchor="ctr"/>
                </a:tc>
                <a:tc>
                  <a:txBody>
                    <a:bodyPr/>
                    <a:lstStyle/>
                    <a:p>
                      <a:pPr algn="just">
                        <a:buNone/>
                      </a:pPr>
                      <a:r>
                        <a:rPr lang="en-IN" sz="1800" dirty="0">
                          <a:latin typeface="Times New Roman" panose="02020603050405020304" pitchFamily="18" charset="0"/>
                          <a:cs typeface="Times New Roman" panose="02020603050405020304" pitchFamily="18" charset="0"/>
                        </a:rPr>
                        <a:t>Selects the request closest to the current head</a:t>
                      </a:r>
                    </a:p>
                  </a:txBody>
                  <a:tcPr anchor="ctr"/>
                </a:tc>
                <a:extLst>
                  <a:ext uri="{0D108BD9-81ED-4DB2-BD59-A6C34878D82A}">
                    <a16:rowId xmlns:a16="http://schemas.microsoft.com/office/drawing/2014/main" val="4128430520"/>
                  </a:ext>
                </a:extLst>
              </a:tr>
              <a:tr h="604045">
                <a:tc>
                  <a:txBody>
                    <a:bodyPr/>
                    <a:lstStyle/>
                    <a:p>
                      <a:pPr algn="just">
                        <a:buNone/>
                      </a:pPr>
                      <a:r>
                        <a:rPr lang="en-IN" sz="1800" dirty="0">
                          <a:latin typeface="Times New Roman" panose="02020603050405020304" pitchFamily="18" charset="0"/>
                          <a:cs typeface="Times New Roman" panose="02020603050405020304" pitchFamily="18" charset="0"/>
                        </a:rPr>
                        <a:t>SCAN</a:t>
                      </a:r>
                    </a:p>
                  </a:txBody>
                  <a:tcPr anchor="ctr"/>
                </a:tc>
                <a:tc>
                  <a:txBody>
                    <a:bodyPr/>
                    <a:lstStyle/>
                    <a:p>
                      <a:pPr algn="just">
                        <a:buNone/>
                      </a:pPr>
                      <a:r>
                        <a:rPr lang="en-IN" sz="1800">
                          <a:latin typeface="Times New Roman" panose="02020603050405020304" pitchFamily="18" charset="0"/>
                          <a:cs typeface="Times New Roman" panose="02020603050405020304" pitchFamily="18" charset="0"/>
                        </a:rPr>
                        <a:t>Moves in one direction, serving requests along the way</a:t>
                      </a:r>
                    </a:p>
                  </a:txBody>
                  <a:tcPr anchor="ctr"/>
                </a:tc>
                <a:extLst>
                  <a:ext uri="{0D108BD9-81ED-4DB2-BD59-A6C34878D82A}">
                    <a16:rowId xmlns:a16="http://schemas.microsoft.com/office/drawing/2014/main" val="2564816671"/>
                  </a:ext>
                </a:extLst>
              </a:tr>
              <a:tr h="604045">
                <a:tc>
                  <a:txBody>
                    <a:bodyPr/>
                    <a:lstStyle/>
                    <a:p>
                      <a:pPr algn="just">
                        <a:buNone/>
                      </a:pPr>
                      <a:r>
                        <a:rPr lang="en-IN" sz="1800" dirty="0">
                          <a:latin typeface="Times New Roman" panose="02020603050405020304" pitchFamily="18" charset="0"/>
                          <a:cs typeface="Times New Roman" panose="02020603050405020304" pitchFamily="18" charset="0"/>
                        </a:rPr>
                        <a:t>C-SCAN</a:t>
                      </a:r>
                    </a:p>
                  </a:txBody>
                  <a:tcPr anchor="ctr"/>
                </a:tc>
                <a:tc>
                  <a:txBody>
                    <a:bodyPr/>
                    <a:lstStyle/>
                    <a:p>
                      <a:pPr algn="just">
                        <a:buNone/>
                      </a:pPr>
                      <a:r>
                        <a:rPr lang="en-IN" sz="1800" dirty="0">
                          <a:latin typeface="Times New Roman" panose="02020603050405020304" pitchFamily="18" charset="0"/>
                          <a:cs typeface="Times New Roman" panose="02020603050405020304" pitchFamily="18" charset="0"/>
                        </a:rPr>
                        <a:t>Services requests in one direction and then returns to the beginning</a:t>
                      </a:r>
                    </a:p>
                  </a:txBody>
                  <a:tcPr anchor="ctr"/>
                </a:tc>
                <a:extLst>
                  <a:ext uri="{0D108BD9-81ED-4DB2-BD59-A6C34878D82A}">
                    <a16:rowId xmlns:a16="http://schemas.microsoft.com/office/drawing/2014/main" val="686610650"/>
                  </a:ext>
                </a:extLst>
              </a:tr>
            </a:tbl>
          </a:graphicData>
        </a:graphic>
      </p:graphicFrame>
    </p:spTree>
    <p:extLst>
      <p:ext uri="{BB962C8B-B14F-4D97-AF65-F5344CB8AC3E}">
        <p14:creationId xmlns:p14="http://schemas.microsoft.com/office/powerpoint/2010/main" val="239967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8B2B2-11A1-F3BE-2148-514485D3752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86FE896-CD50-0786-53D6-EF81B612B446}"/>
              </a:ext>
            </a:extLst>
          </p:cNvPr>
          <p:cNvPicPr>
            <a:picLocks noChangeAspect="1"/>
          </p:cNvPicPr>
          <p:nvPr/>
        </p:nvPicPr>
        <p:blipFill>
          <a:blip r:embed="rId3"/>
          <a:stretch>
            <a:fillRect/>
          </a:stretch>
        </p:blipFill>
        <p:spPr>
          <a:xfrm>
            <a:off x="1083076" y="1232992"/>
            <a:ext cx="9824382" cy="4392016"/>
          </a:xfrm>
          <a:prstGeom prst="rect">
            <a:avLst/>
          </a:prstGeom>
        </p:spPr>
      </p:pic>
      <p:sp>
        <p:nvSpPr>
          <p:cNvPr id="9" name="TextBox 8">
            <a:extLst>
              <a:ext uri="{FF2B5EF4-FFF2-40B4-BE49-F238E27FC236}">
                <a16:creationId xmlns:a16="http://schemas.microsoft.com/office/drawing/2014/main" id="{B86FEB4D-E76E-E46B-93EE-104FB3831705}"/>
              </a:ext>
            </a:extLst>
          </p:cNvPr>
          <p:cNvSpPr txBox="1"/>
          <p:nvPr/>
        </p:nvSpPr>
        <p:spPr>
          <a:xfrm>
            <a:off x="3048740" y="5713356"/>
            <a:ext cx="6094520" cy="461665"/>
          </a:xfrm>
          <a:prstGeom prst="rect">
            <a:avLst/>
          </a:prstGeom>
          <a:noFill/>
        </p:spPr>
        <p:txBody>
          <a:bodyPr wrap="square">
            <a:spAutoFit/>
          </a:bodyPr>
          <a:lstStyle/>
          <a:p>
            <a:pPr algn="ctr"/>
            <a:r>
              <a:rPr lang="en-IN" sz="2400" dirty="0">
                <a:latin typeface="Times New Roman" panose="02020603050405020304" pitchFamily="18" charset="0"/>
                <a:cs typeface="Times New Roman" panose="02020603050405020304" pitchFamily="18" charset="0"/>
              </a:rPr>
              <a:t>Disk Scheduling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6521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207F6-C0D2-1F69-72EB-A7FAFB463D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A4307C-9678-0E21-FA89-DA89DF943FA3}"/>
              </a:ext>
            </a:extLst>
          </p:cNvPr>
          <p:cNvSpPr txBox="1"/>
          <p:nvPr/>
        </p:nvSpPr>
        <p:spPr>
          <a:xfrm>
            <a:off x="875930" y="470516"/>
            <a:ext cx="10440139"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INTEGRATED OPERATING SYSTEM PIPELINE</a:t>
            </a:r>
          </a:p>
        </p:txBody>
      </p:sp>
      <p:sp>
        <p:nvSpPr>
          <p:cNvPr id="5" name="TextBox 4">
            <a:extLst>
              <a:ext uri="{FF2B5EF4-FFF2-40B4-BE49-F238E27FC236}">
                <a16:creationId xmlns:a16="http://schemas.microsoft.com/office/drawing/2014/main" id="{89E25FA1-F5F5-4B45-6DCA-7E53D0271A09}"/>
              </a:ext>
            </a:extLst>
          </p:cNvPr>
          <p:cNvSpPr txBox="1"/>
          <p:nvPr/>
        </p:nvSpPr>
        <p:spPr>
          <a:xfrm>
            <a:off x="426128" y="1154098"/>
            <a:ext cx="9561250" cy="4801314"/>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1. VFS File Operations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Creates, reads, writes and deletes virtual files.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2. Indexed Block Allocation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Maps files to specific virtual disk blocks.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3. Reader–Writer Synchronization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Controls concurrent access using shared and exclusive locks.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4. Disk Request Queue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Collects the generated disk I/O requests.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5. Disk Scheduling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Selects the order in which requests are processed.</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6. Disk Head Movement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Calculates and optimizes disk-head movement using the selected scheduling algorithm.</a:t>
            </a:r>
          </a:p>
        </p:txBody>
      </p:sp>
    </p:spTree>
    <p:extLst>
      <p:ext uri="{BB962C8B-B14F-4D97-AF65-F5344CB8AC3E}">
        <p14:creationId xmlns:p14="http://schemas.microsoft.com/office/powerpoint/2010/main" val="847672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2E6EF68-A37D-B303-5265-950D0FAFE0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8806" y="956798"/>
            <a:ext cx="9274387" cy="4944404"/>
          </a:xfrm>
          <a:prstGeom prst="rect">
            <a:avLst/>
          </a:prstGeom>
        </p:spPr>
      </p:pic>
      <p:sp>
        <p:nvSpPr>
          <p:cNvPr id="11" name="TextBox 10">
            <a:extLst>
              <a:ext uri="{FF2B5EF4-FFF2-40B4-BE49-F238E27FC236}">
                <a16:creationId xmlns:a16="http://schemas.microsoft.com/office/drawing/2014/main" id="{0D9D34E4-B26C-7DF4-8F61-3FBAC74DECAA}"/>
              </a:ext>
            </a:extLst>
          </p:cNvPr>
          <p:cNvSpPr txBox="1"/>
          <p:nvPr/>
        </p:nvSpPr>
        <p:spPr>
          <a:xfrm>
            <a:off x="3048739" y="5901202"/>
            <a:ext cx="6094520" cy="461665"/>
          </a:xfrm>
          <a:prstGeom prst="rect">
            <a:avLst/>
          </a:prstGeom>
          <a:noFill/>
        </p:spPr>
        <p:txBody>
          <a:bodyPr wrap="square">
            <a:spAutoFit/>
          </a:bodyPr>
          <a:lstStyle/>
          <a:p>
            <a:pPr algn="ctr"/>
            <a:r>
              <a:rPr lang="en-IN" sz="2400" dirty="0">
                <a:latin typeface="Times New Roman" panose="02020603050405020304" pitchFamily="18" charset="0"/>
                <a:cs typeface="Times New Roman" panose="02020603050405020304" pitchFamily="18" charset="0"/>
              </a:rPr>
              <a:t>Integrated OS Pipeline</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8536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0D5AC-2E27-1EC9-1CC2-82BDC3A975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6CD1E9-BAD6-D324-5B54-357E2EC81D7D}"/>
              </a:ext>
            </a:extLst>
          </p:cNvPr>
          <p:cNvSpPr txBox="1"/>
          <p:nvPr/>
        </p:nvSpPr>
        <p:spPr>
          <a:xfrm>
            <a:off x="1349404" y="408373"/>
            <a:ext cx="9898603"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DISK ALLOCATION &amp; BLOCK MANAGEMENT</a:t>
            </a:r>
          </a:p>
        </p:txBody>
      </p:sp>
      <p:sp>
        <p:nvSpPr>
          <p:cNvPr id="5" name="TextBox 4">
            <a:extLst>
              <a:ext uri="{FF2B5EF4-FFF2-40B4-BE49-F238E27FC236}">
                <a16:creationId xmlns:a16="http://schemas.microsoft.com/office/drawing/2014/main" id="{2DDD8CAE-1D26-9CD6-7121-41C6E351EA64}"/>
              </a:ext>
            </a:extLst>
          </p:cNvPr>
          <p:cNvSpPr txBox="1"/>
          <p:nvPr/>
        </p:nvSpPr>
        <p:spPr>
          <a:xfrm>
            <a:off x="467557" y="1162976"/>
            <a:ext cx="11256886" cy="4247317"/>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Tracking how virtual disk space is used</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What does it do?</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Represents the virtual disk as a fixed number of </a:t>
            </a:r>
            <a:r>
              <a:rPr lang="en-IN" b="1" dirty="0">
                <a:latin typeface="Times New Roman" panose="02020603050405020304" pitchFamily="18" charset="0"/>
                <a:cs typeface="Times New Roman" panose="02020603050405020304" pitchFamily="18" charset="0"/>
              </a:rPr>
              <a:t>blocks</a:t>
            </a:r>
            <a:r>
              <a:rPr lang="en-IN" dirty="0">
                <a:latin typeface="Times New Roman" panose="02020603050405020304" pitchFamily="18" charset="0"/>
                <a:cs typeface="Times New Roman" panose="02020603050405020304" pitchFamily="18" charset="0"/>
              </a:rPr>
              <a:t>.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Maintains the status of each block as </a:t>
            </a:r>
            <a:r>
              <a:rPr lang="en-IN" b="1" dirty="0">
                <a:latin typeface="Times New Roman" panose="02020603050405020304" pitchFamily="18" charset="0"/>
                <a:cs typeface="Times New Roman" panose="02020603050405020304" pitchFamily="18" charset="0"/>
              </a:rPr>
              <a:t>used or free</a:t>
            </a:r>
            <a:r>
              <a:rPr lang="en-IN" dirty="0">
                <a:latin typeface="Times New Roman" panose="02020603050405020304" pitchFamily="18" charset="0"/>
                <a:cs typeface="Times New Roman" panose="02020603050405020304" pitchFamily="18" charset="0"/>
              </a:rPr>
              <a:t>.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Allocates free blocks when a new file is created.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Maps each file to its assigned disk blocks.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Updates the allocation map whenever file operations occur. </a:t>
            </a:r>
          </a:p>
          <a:p>
            <a:pPr marL="285750" lvl="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Indexed Block Allocation</a:t>
            </a:r>
          </a:p>
          <a:p>
            <a:pPr algn="just"/>
            <a:endParaRPr lang="en-IN"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File → Index Block → Data Blocks</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Example : </a:t>
            </a:r>
            <a:r>
              <a:rPr lang="en-IN" b="1" dirty="0">
                <a:latin typeface="Times New Roman" panose="02020603050405020304" pitchFamily="18" charset="0"/>
                <a:cs typeface="Times New Roman" panose="02020603050405020304" pitchFamily="18" charset="0"/>
              </a:rPr>
              <a:t>demo.txt → [1,2]</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This allows VFS Nexus to track </a:t>
            </a:r>
            <a:r>
              <a:rPr lang="en-IN" b="1" dirty="0">
                <a:latin typeface="Times New Roman" panose="02020603050405020304" pitchFamily="18" charset="0"/>
                <a:cs typeface="Times New Roman" panose="02020603050405020304" pitchFamily="18" charset="0"/>
              </a:rPr>
              <a:t>exactly where each file is stored</a:t>
            </a:r>
            <a:r>
              <a:rPr lang="en-IN" dirty="0">
                <a:latin typeface="Times New Roman" panose="02020603050405020304" pitchFamily="18" charset="0"/>
                <a:cs typeface="Times New Roman" panose="02020603050405020304" pitchFamily="18" charset="0"/>
              </a:rPr>
              <a:t> in the virtual disk.</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7805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51BC45-CAED-BB43-A297-009708D51D81}"/>
              </a:ext>
            </a:extLst>
          </p:cNvPr>
          <p:cNvSpPr>
            <a:spLocks noGrp="1"/>
          </p:cNvSpPr>
          <p:nvPr>
            <p:ph type="title"/>
          </p:nvPr>
        </p:nvSpPr>
        <p:spPr/>
        <p:txBody>
          <a:bodyPr/>
          <a:lstStyle/>
          <a:p>
            <a:r>
              <a:rPr lang="en-US" dirty="0"/>
              <a:t>Quote</a:t>
            </a:r>
          </a:p>
        </p:txBody>
      </p:sp>
      <p:pic>
        <p:nvPicPr>
          <p:cNvPr id="7" name="Picture 6">
            <a:extLst>
              <a:ext uri="{FF2B5EF4-FFF2-40B4-BE49-F238E27FC236}">
                <a16:creationId xmlns:a16="http://schemas.microsoft.com/office/drawing/2014/main" id="{C4F2E10E-3E69-2A2C-3053-693C99800F3A}"/>
              </a:ext>
            </a:extLst>
          </p:cNvPr>
          <p:cNvPicPr>
            <a:picLocks noChangeAspect="1"/>
          </p:cNvPicPr>
          <p:nvPr/>
        </p:nvPicPr>
        <p:blipFill>
          <a:blip r:embed="rId2"/>
          <a:stretch>
            <a:fillRect/>
          </a:stretch>
        </p:blipFill>
        <p:spPr>
          <a:xfrm>
            <a:off x="1712421" y="911091"/>
            <a:ext cx="8453213" cy="4548676"/>
          </a:xfrm>
          <a:prstGeom prst="rect">
            <a:avLst/>
          </a:prstGeom>
        </p:spPr>
      </p:pic>
    </p:spTree>
    <p:extLst>
      <p:ext uri="{BB962C8B-B14F-4D97-AF65-F5344CB8AC3E}">
        <p14:creationId xmlns:p14="http://schemas.microsoft.com/office/powerpoint/2010/main" val="2949280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BFC63-CF4C-2E4C-BFF7-7A8E722546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1FA3733-AC28-4364-5D69-37F659440FCB}"/>
              </a:ext>
            </a:extLst>
          </p:cNvPr>
          <p:cNvSpPr>
            <a:spLocks noGrp="1"/>
          </p:cNvSpPr>
          <p:nvPr>
            <p:ph type="title"/>
          </p:nvPr>
        </p:nvSpPr>
        <p:spPr/>
        <p:txBody>
          <a:bodyPr/>
          <a:lstStyle/>
          <a:p>
            <a:r>
              <a:rPr lang="en-US" dirty="0"/>
              <a:t>Quote</a:t>
            </a:r>
          </a:p>
        </p:txBody>
      </p:sp>
      <p:pic>
        <p:nvPicPr>
          <p:cNvPr id="3" name="Picture 2">
            <a:extLst>
              <a:ext uri="{FF2B5EF4-FFF2-40B4-BE49-F238E27FC236}">
                <a16:creationId xmlns:a16="http://schemas.microsoft.com/office/drawing/2014/main" id="{84BC21DF-8034-6216-0A20-2943B73BA1D9}"/>
              </a:ext>
            </a:extLst>
          </p:cNvPr>
          <p:cNvPicPr>
            <a:picLocks noChangeAspect="1"/>
          </p:cNvPicPr>
          <p:nvPr/>
        </p:nvPicPr>
        <p:blipFill>
          <a:blip r:embed="rId2"/>
          <a:stretch>
            <a:fillRect/>
          </a:stretch>
        </p:blipFill>
        <p:spPr>
          <a:xfrm>
            <a:off x="1829743" y="1132298"/>
            <a:ext cx="8532514" cy="4593404"/>
          </a:xfrm>
          <a:prstGeom prst="rect">
            <a:avLst/>
          </a:prstGeom>
        </p:spPr>
      </p:pic>
    </p:spTree>
    <p:extLst>
      <p:ext uri="{BB962C8B-B14F-4D97-AF65-F5344CB8AC3E}">
        <p14:creationId xmlns:p14="http://schemas.microsoft.com/office/powerpoint/2010/main" val="39035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36E62-8D50-C258-EA5E-1CAB82B238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3F5E531-DC1E-B2F4-2206-B107932D8651}"/>
              </a:ext>
            </a:extLst>
          </p:cNvPr>
          <p:cNvSpPr txBox="1"/>
          <p:nvPr/>
        </p:nvSpPr>
        <p:spPr>
          <a:xfrm>
            <a:off x="1731145" y="452761"/>
            <a:ext cx="9152878"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KERNEL TERMINAL &amp; SYSTEM LOGS</a:t>
            </a:r>
          </a:p>
        </p:txBody>
      </p:sp>
      <p:sp>
        <p:nvSpPr>
          <p:cNvPr id="5" name="TextBox 4">
            <a:extLst>
              <a:ext uri="{FF2B5EF4-FFF2-40B4-BE49-F238E27FC236}">
                <a16:creationId xmlns:a16="http://schemas.microsoft.com/office/drawing/2014/main" id="{49CC0AA3-0777-26B4-4BA1-87FB9A43B01B}"/>
              </a:ext>
            </a:extLst>
          </p:cNvPr>
          <p:cNvSpPr txBox="1"/>
          <p:nvPr/>
        </p:nvSpPr>
        <p:spPr>
          <a:xfrm>
            <a:off x="467557" y="1162976"/>
            <a:ext cx="11256886" cy="4524315"/>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Real-time visibility into OS operations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What does it provide?</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Records important events generated by different OS modules.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Shows </a:t>
            </a:r>
            <a:r>
              <a:rPr lang="en-IN" b="1" dirty="0">
                <a:latin typeface="Times New Roman" panose="02020603050405020304" pitchFamily="18" charset="0"/>
                <a:cs typeface="Times New Roman" panose="02020603050405020304" pitchFamily="18" charset="0"/>
              </a:rPr>
              <a:t>VFS file operations</a:t>
            </a:r>
            <a:r>
              <a:rPr lang="en-IN" dirty="0">
                <a:latin typeface="Times New Roman" panose="02020603050405020304" pitchFamily="18" charset="0"/>
                <a:cs typeface="Times New Roman" panose="02020603050405020304" pitchFamily="18" charset="0"/>
              </a:rPr>
              <a:t> such as file creation and storage allocation.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Logs </a:t>
            </a:r>
            <a:r>
              <a:rPr lang="en-IN" b="1" dirty="0">
                <a:latin typeface="Times New Roman" panose="02020603050405020304" pitchFamily="18" charset="0"/>
                <a:cs typeface="Times New Roman" panose="02020603050405020304" pitchFamily="18" charset="0"/>
              </a:rPr>
              <a:t>Reader–Writer synchronization</a:t>
            </a:r>
            <a:r>
              <a:rPr lang="en-IN" dirty="0">
                <a:latin typeface="Times New Roman" panose="02020603050405020304" pitchFamily="18" charset="0"/>
                <a:cs typeface="Times New Roman" panose="02020603050405020304" pitchFamily="18" charset="0"/>
              </a:rPr>
              <a:t> and lock acquisition.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Records </a:t>
            </a:r>
            <a:r>
              <a:rPr lang="en-IN" b="1" dirty="0">
                <a:latin typeface="Times New Roman" panose="02020603050405020304" pitchFamily="18" charset="0"/>
                <a:cs typeface="Times New Roman" panose="02020603050405020304" pitchFamily="18" charset="0"/>
              </a:rPr>
              <a:t>disk scheduling</a:t>
            </a:r>
            <a:r>
              <a:rPr lang="en-IN" dirty="0">
                <a:latin typeface="Times New Roman" panose="02020603050405020304" pitchFamily="18" charset="0"/>
                <a:cs typeface="Times New Roman" panose="02020603050405020304" pitchFamily="18" charset="0"/>
              </a:rPr>
              <a:t> and sector/track requests.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Tracks the execution of the </a:t>
            </a:r>
            <a:r>
              <a:rPr lang="en-IN" b="1" dirty="0">
                <a:latin typeface="Times New Roman" panose="02020603050405020304" pitchFamily="18" charset="0"/>
                <a:cs typeface="Times New Roman" panose="02020603050405020304" pitchFamily="18" charset="0"/>
              </a:rPr>
              <a:t>integrated system pipeline</a:t>
            </a:r>
            <a:r>
              <a:rPr lang="en-IN" dirty="0">
                <a:latin typeface="Times New Roman" panose="02020603050405020304" pitchFamily="18" charset="0"/>
                <a:cs typeface="Times New Roman" panose="02020603050405020304" pitchFamily="18" charset="0"/>
              </a:rPr>
              <a:t>.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Helps identify the sequence of operations and debug system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a:t>
            </a:r>
          </a:p>
          <a:p>
            <a:pPr algn="just"/>
            <a:r>
              <a:rPr lang="en-IN" b="1" dirty="0">
                <a:latin typeface="Times New Roman" panose="02020603050405020304" pitchFamily="18" charset="0"/>
                <a:cs typeface="Times New Roman" panose="02020603050405020304" pitchFamily="18" charset="0"/>
              </a:rPr>
              <a:t>Example Log Flow</a:t>
            </a:r>
          </a:p>
          <a:p>
            <a:pPr algn="just"/>
            <a:endParaRPr lang="en-IN" b="1"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VFS Operation       Block Allocation      Thread Creation       Mutex / Lock Acquisition      Disk Request Generation</a:t>
            </a:r>
          </a:p>
          <a:p>
            <a:pPr algn="just"/>
            <a:r>
              <a:rPr lang="en-IN" dirty="0">
                <a:latin typeface="Times New Roman" panose="02020603050405020304" pitchFamily="18" charset="0"/>
                <a:cs typeface="Times New Roman" panose="02020603050405020304" pitchFamily="18" charset="0"/>
              </a:rPr>
              <a:t>Disk Scheduling</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Why is it useful?</a:t>
            </a:r>
          </a:p>
          <a:p>
            <a:pPr algn="just"/>
            <a:r>
              <a:rPr lang="en-IN" dirty="0">
                <a:latin typeface="Times New Roman" panose="02020603050405020304" pitchFamily="18" charset="0"/>
                <a:cs typeface="Times New Roman" panose="02020603050405020304" pitchFamily="18" charset="0"/>
              </a:rPr>
              <a:t>The terminal logs provide a trace of what is happening inside the simulated OS.</a:t>
            </a:r>
          </a:p>
        </p:txBody>
      </p:sp>
      <p:cxnSp>
        <p:nvCxnSpPr>
          <p:cNvPr id="4" name="Straight Arrow Connector 3">
            <a:extLst>
              <a:ext uri="{FF2B5EF4-FFF2-40B4-BE49-F238E27FC236}">
                <a16:creationId xmlns:a16="http://schemas.microsoft.com/office/drawing/2014/main" id="{7323CB75-252B-3474-2DBA-C7EF4EFD6E16}"/>
              </a:ext>
            </a:extLst>
          </p:cNvPr>
          <p:cNvCxnSpPr/>
          <p:nvPr/>
        </p:nvCxnSpPr>
        <p:spPr>
          <a:xfrm>
            <a:off x="2032986" y="4403324"/>
            <a:ext cx="275208"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7EBCD8C-0046-274C-CD39-18585F597953}"/>
              </a:ext>
            </a:extLst>
          </p:cNvPr>
          <p:cNvCxnSpPr/>
          <p:nvPr/>
        </p:nvCxnSpPr>
        <p:spPr>
          <a:xfrm>
            <a:off x="3943165" y="4403324"/>
            <a:ext cx="275208"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7B35FAF-5A98-22AA-2449-E1753FFB8B28}"/>
              </a:ext>
            </a:extLst>
          </p:cNvPr>
          <p:cNvCxnSpPr/>
          <p:nvPr/>
        </p:nvCxnSpPr>
        <p:spPr>
          <a:xfrm>
            <a:off x="5820792" y="4394446"/>
            <a:ext cx="275208"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7850929-8B13-AF4D-A741-E020C6985A46}"/>
              </a:ext>
            </a:extLst>
          </p:cNvPr>
          <p:cNvCxnSpPr/>
          <p:nvPr/>
        </p:nvCxnSpPr>
        <p:spPr>
          <a:xfrm>
            <a:off x="8574349" y="4403324"/>
            <a:ext cx="275208"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90222C9-06DD-78DE-755C-13D92D6A117C}"/>
              </a:ext>
            </a:extLst>
          </p:cNvPr>
          <p:cNvCxnSpPr/>
          <p:nvPr/>
        </p:nvCxnSpPr>
        <p:spPr>
          <a:xfrm>
            <a:off x="11310152" y="4394446"/>
            <a:ext cx="275208"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5227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5A1A5-BEA9-7ADA-3F53-D0224A81F78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F85E6D-76E2-2944-57B5-CCEF65650A38}"/>
              </a:ext>
            </a:extLst>
          </p:cNvPr>
          <p:cNvSpPr>
            <a:spLocks noGrp="1"/>
          </p:cNvSpPr>
          <p:nvPr>
            <p:ph type="title"/>
          </p:nvPr>
        </p:nvSpPr>
        <p:spPr/>
        <p:txBody>
          <a:bodyPr/>
          <a:lstStyle/>
          <a:p>
            <a:r>
              <a:rPr lang="en-US" dirty="0"/>
              <a:t>Quote</a:t>
            </a:r>
          </a:p>
        </p:txBody>
      </p:sp>
      <p:pic>
        <p:nvPicPr>
          <p:cNvPr id="5" name="Picture 4">
            <a:extLst>
              <a:ext uri="{FF2B5EF4-FFF2-40B4-BE49-F238E27FC236}">
                <a16:creationId xmlns:a16="http://schemas.microsoft.com/office/drawing/2014/main" id="{D46033D0-93D4-9EBE-0986-BFC424621004}"/>
              </a:ext>
            </a:extLst>
          </p:cNvPr>
          <p:cNvPicPr>
            <a:picLocks noChangeAspect="1"/>
          </p:cNvPicPr>
          <p:nvPr/>
        </p:nvPicPr>
        <p:blipFill>
          <a:blip r:embed="rId3"/>
          <a:srcRect l="2400" r="9947"/>
          <a:stretch>
            <a:fillRect/>
          </a:stretch>
        </p:blipFill>
        <p:spPr>
          <a:xfrm>
            <a:off x="396625" y="763851"/>
            <a:ext cx="5699375" cy="4873469"/>
          </a:xfrm>
          <a:prstGeom prst="rect">
            <a:avLst/>
          </a:prstGeom>
        </p:spPr>
      </p:pic>
      <p:pic>
        <p:nvPicPr>
          <p:cNvPr id="7" name="Picture 6">
            <a:extLst>
              <a:ext uri="{FF2B5EF4-FFF2-40B4-BE49-F238E27FC236}">
                <a16:creationId xmlns:a16="http://schemas.microsoft.com/office/drawing/2014/main" id="{15B113FB-1574-14D2-9A2A-B41BED0C5654}"/>
              </a:ext>
            </a:extLst>
          </p:cNvPr>
          <p:cNvPicPr>
            <a:picLocks noChangeAspect="1"/>
          </p:cNvPicPr>
          <p:nvPr/>
        </p:nvPicPr>
        <p:blipFill>
          <a:blip r:embed="rId4"/>
          <a:srcRect l="1137"/>
          <a:stretch>
            <a:fillRect/>
          </a:stretch>
        </p:blipFill>
        <p:spPr>
          <a:xfrm>
            <a:off x="6276512" y="763851"/>
            <a:ext cx="5402661" cy="4873469"/>
          </a:xfrm>
          <a:prstGeom prst="rect">
            <a:avLst/>
          </a:prstGeom>
        </p:spPr>
      </p:pic>
      <p:sp>
        <p:nvSpPr>
          <p:cNvPr id="12" name="TextBox 11">
            <a:extLst>
              <a:ext uri="{FF2B5EF4-FFF2-40B4-BE49-F238E27FC236}">
                <a16:creationId xmlns:a16="http://schemas.microsoft.com/office/drawing/2014/main" id="{5FCFA65A-9395-A1B9-4222-9217424A3EF0}"/>
              </a:ext>
            </a:extLst>
          </p:cNvPr>
          <p:cNvSpPr txBox="1"/>
          <p:nvPr/>
        </p:nvSpPr>
        <p:spPr>
          <a:xfrm>
            <a:off x="4279037" y="5863316"/>
            <a:ext cx="3977196" cy="461665"/>
          </a:xfrm>
          <a:prstGeom prst="rect">
            <a:avLst/>
          </a:prstGeom>
          <a:noFill/>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Kernel Terminal Logs</a:t>
            </a:r>
          </a:p>
        </p:txBody>
      </p:sp>
    </p:spTree>
    <p:extLst>
      <p:ext uri="{BB962C8B-B14F-4D97-AF65-F5344CB8AC3E}">
        <p14:creationId xmlns:p14="http://schemas.microsoft.com/office/powerpoint/2010/main" val="3985805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221D8-3571-B0D9-EAA5-5A41F316057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BFE83B6-AE62-A9EB-9604-A1FFE4F3091E}"/>
              </a:ext>
            </a:extLst>
          </p:cNvPr>
          <p:cNvSpPr txBox="1"/>
          <p:nvPr/>
        </p:nvSpPr>
        <p:spPr>
          <a:xfrm>
            <a:off x="1731145" y="452761"/>
            <a:ext cx="9152878"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CONCLUSION &amp; FUTURE SCOPE</a:t>
            </a:r>
          </a:p>
        </p:txBody>
      </p:sp>
      <p:sp>
        <p:nvSpPr>
          <p:cNvPr id="5" name="TextBox 4">
            <a:extLst>
              <a:ext uri="{FF2B5EF4-FFF2-40B4-BE49-F238E27FC236}">
                <a16:creationId xmlns:a16="http://schemas.microsoft.com/office/drawing/2014/main" id="{BAA5F67F-D97B-9CC2-3CD2-CBB7030962D8}"/>
              </a:ext>
            </a:extLst>
          </p:cNvPr>
          <p:cNvSpPr txBox="1"/>
          <p:nvPr/>
        </p:nvSpPr>
        <p:spPr>
          <a:xfrm>
            <a:off x="467557" y="1162976"/>
            <a:ext cx="11256886" cy="4247317"/>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Conclusion</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VFS Nexus provides an interactive simulation of important Operating System concepts in one platform.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demonstrates Virtual File System operations and Indexed Block Allocation.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Reader–Writer synchronization manages concurrent file access using shared and exclusive locks.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Disk scheduling algorithms optimize the order of disk requests and track movement.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integrated pipeline shows how these components work together during system execution.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Real-time dashboards and kernel logs make internal OS operations easier to visualize and understand.</a:t>
            </a:r>
          </a:p>
          <a:p>
            <a:pPr lvl="0" algn="just"/>
            <a:r>
              <a:rPr lang="en-IN" dirty="0">
                <a:latin typeface="Times New Roman" panose="02020603050405020304" pitchFamily="18" charset="0"/>
                <a:cs typeface="Times New Roman" panose="02020603050405020304" pitchFamily="18" charset="0"/>
              </a:rPr>
              <a:t> </a:t>
            </a:r>
          </a:p>
          <a:p>
            <a:pPr algn="just"/>
            <a:r>
              <a:rPr lang="en-IN" b="1" dirty="0">
                <a:latin typeface="Times New Roman" panose="02020603050405020304" pitchFamily="18" charset="0"/>
                <a:cs typeface="Times New Roman" panose="02020603050405020304" pitchFamily="18" charset="0"/>
              </a:rPr>
              <a:t>Future Scope</a:t>
            </a:r>
          </a:p>
          <a:p>
            <a:pPr algn="just"/>
            <a:endParaRPr lang="en-IN" b="1"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 more file allocation and disk scheduling algorithms.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Introduce additional CPU scheduling and memory management modules.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 process creation, process scheduling and deadlock simulation.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detailed performance comparison charts for different algorithms.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Expand the simulator into a more complete web-based OS learning platform.</a:t>
            </a:r>
          </a:p>
        </p:txBody>
      </p:sp>
    </p:spTree>
    <p:extLst>
      <p:ext uri="{BB962C8B-B14F-4D97-AF65-F5344CB8AC3E}">
        <p14:creationId xmlns:p14="http://schemas.microsoft.com/office/powerpoint/2010/main" val="3842299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76E2C-040E-4D92-F9F7-F61C47F4F152}"/>
              </a:ext>
            </a:extLst>
          </p:cNvPr>
          <p:cNvSpPr>
            <a:spLocks noGrp="1"/>
          </p:cNvSpPr>
          <p:nvPr>
            <p:ph type="title"/>
          </p:nvPr>
        </p:nvSpPr>
        <p:spPr>
          <a:xfrm>
            <a:off x="5177991" y="5317723"/>
            <a:ext cx="7014009" cy="743029"/>
          </a:xfrm>
        </p:spPr>
        <p:txBody>
          <a:bodyPr/>
          <a:lstStyle/>
          <a:p>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236553916"/>
      </p:ext>
    </p:extLst>
  </p:cSld>
  <p:clrMapOvr>
    <a:masterClrMapping/>
  </p:clrMapOvr>
</p:sld>
</file>

<file path=ppt/theme/theme1.xml><?xml version="1.0" encoding="utf-8"?>
<a:theme xmlns:a="http://schemas.openxmlformats.org/drawingml/2006/main" name="Gradient Circle">
  <a:themeElements>
    <a:clrScheme name="Custom 2">
      <a:dk1>
        <a:sysClr val="windowText" lastClr="000000"/>
      </a:dk1>
      <a:lt1>
        <a:sysClr val="window" lastClr="FFFFFF"/>
      </a:lt1>
      <a:dk2>
        <a:srgbClr val="2C3932"/>
      </a:dk2>
      <a:lt2>
        <a:srgbClr val="FDF6EA"/>
      </a:lt2>
      <a:accent1>
        <a:srgbClr val="F0D4DB"/>
      </a:accent1>
      <a:accent2>
        <a:srgbClr val="DBE7F5"/>
      </a:accent2>
      <a:accent3>
        <a:srgbClr val="C9E2D6"/>
      </a:accent3>
      <a:accent4>
        <a:srgbClr val="BABAD6"/>
      </a:accent4>
      <a:accent5>
        <a:srgbClr val="F0D2BF"/>
      </a:accent5>
      <a:accent6>
        <a:srgbClr val="F3E49A"/>
      </a:accent6>
      <a:hlink>
        <a:srgbClr val="7030A0"/>
      </a:hlink>
      <a:folHlink>
        <a:srgbClr val="107573"/>
      </a:folHlink>
    </a:clrScheme>
    <a:fontScheme name="Custom 10">
      <a:majorFont>
        <a:latin typeface="Lora"/>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 Circle_Keynote Presentation_win32_LW_V6" id="{670309C8-2C38-4CFF-82BA-AF197439C521}" vid="{43F42362-DC95-4CBA-A0A2-5C03B532E6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F782DA7-86C0-4A84-A860-11A1E6E3FB6B}">
  <ds:schemaRefs>
    <ds:schemaRef ds:uri="http://www.w3.org/XML/1998/namespace"/>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71af3243-3dd4-4a8d-8c0d-dd76da1f02a5"/>
    <ds:schemaRef ds:uri="http://schemas.microsoft.com/sharepoint/v3"/>
    <ds:schemaRef ds:uri="http://schemas.microsoft.com/office/2006/metadata/properties"/>
    <ds:schemaRef ds:uri="http://schemas.openxmlformats.org/package/2006/metadata/core-properties"/>
    <ds:schemaRef ds:uri="230e9df3-be65-4c73-a93b-d1236ebd677e"/>
    <ds:schemaRef ds:uri="16c05727-aa75-4e4a-9b5f-8a80a1165891"/>
  </ds:schemaRefs>
</ds:datastoreItem>
</file>

<file path=customXml/itemProps2.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76F8FCD-0A1F-4F6A-8F55-15E9E87E2E4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106</TotalTime>
  <Words>979</Words>
  <Application>Microsoft Office PowerPoint</Application>
  <PresentationFormat>Widescreen</PresentationFormat>
  <Paragraphs>154</Paragraphs>
  <Slides>18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Lora</vt:lpstr>
      <vt:lpstr>Playfair Display Black</vt:lpstr>
      <vt:lpstr>Poppins Light</vt:lpstr>
      <vt:lpstr>Times New Roman</vt:lpstr>
      <vt:lpstr>Gradient Circle</vt:lpstr>
      <vt:lpstr>Virtual File System &amp; Disk Intelligence Simulator An Integrated Operating System Simulation Platform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Quote</vt:lpstr>
      <vt:lpstr>Quote</vt:lpstr>
      <vt:lpstr>PowerPoint Presentation</vt:lpstr>
      <vt:lpstr>Quote</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Chavi Maheshwari</dc:creator>
  <cp:lastModifiedBy>Chavi Maheshwari</cp:lastModifiedBy>
  <cp:revision>37</cp:revision>
  <dcterms:created xsi:type="dcterms:W3CDTF">2026-09-20T08:39:36Z</dcterms:created>
  <dcterms:modified xsi:type="dcterms:W3CDTF">2026-09-20T10:26:40Z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